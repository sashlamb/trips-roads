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8"/>
  </p:notesMasterIdLst>
  <p:handoutMasterIdLst>
    <p:handoutMasterId r:id="rId19"/>
  </p:handoutMasterIdLst>
  <p:sldIdLst>
    <p:sldId id="2561" r:id="rId2"/>
    <p:sldId id="2562" r:id="rId3"/>
    <p:sldId id="2563" r:id="rId4"/>
    <p:sldId id="2586" r:id="rId5"/>
    <p:sldId id="2592" r:id="rId6"/>
    <p:sldId id="2564" r:id="rId7"/>
    <p:sldId id="2566" r:id="rId8"/>
    <p:sldId id="2579" r:id="rId9"/>
    <p:sldId id="2581" r:id="rId10"/>
    <p:sldId id="2580" r:id="rId11"/>
    <p:sldId id="2590" r:id="rId12"/>
    <p:sldId id="2588" r:id="rId13"/>
    <p:sldId id="2591" r:id="rId14"/>
    <p:sldId id="2589" r:id="rId15"/>
    <p:sldId id="2583" r:id="rId16"/>
    <p:sldId id="2593" r:id="rId17"/>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ésentation de Trips &amp; Roads : Une application collaborative pour la planification et le partage de road trips" id="{121FA658-EFDB-4065-8AB2-0512FC2BD8F0}">
          <p14:sldIdLst>
            <p14:sldId id="2561"/>
            <p14:sldId id="2562"/>
          </p14:sldIdLst>
        </p14:section>
        <p14:section name="Standardisation et uniformisation des pratiques de développement" id="{428A27D0-F3AB-432E-B655-5A52FC7A0373}">
          <p14:sldIdLst>
            <p14:sldId id="2563"/>
            <p14:sldId id="2586"/>
            <p14:sldId id="2592"/>
            <p14:sldId id="2564"/>
            <p14:sldId id="2566"/>
          </p14:sldIdLst>
        </p14:section>
        <p14:section name="Optimisation technique" id="{D34376EF-76E2-4359-B3BC-799AEE860DC3}">
          <p14:sldIdLst>
            <p14:sldId id="2579"/>
            <p14:sldId id="2581"/>
            <p14:sldId id="2580"/>
            <p14:sldId id="2590"/>
          </p14:sldIdLst>
        </p14:section>
        <p14:section name="Optimisation des axes d'amélioration identifiés" id="{8B0CFBDD-341F-490C-A02A-547CEDA343CC}">
          <p14:sldIdLst>
            <p14:sldId id="2588"/>
            <p14:sldId id="2591"/>
          </p14:sldIdLst>
        </p14:section>
        <p14:section name="Présentation technique généralisé" id="{D918AA31-B20A-4E29-A8A9-EA499D90692C}">
          <p14:sldIdLst>
            <p14:sldId id="2589"/>
          </p14:sldIdLst>
        </p14:section>
        <p14:section name="Conclusion" id="{1D98DF60-D556-460E-AEC7-EC51DD2835BF}">
          <p14:sldIdLst>
            <p14:sldId id="2583"/>
            <p14:sldId id="25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946EF"/>
    <a:srgbClr val="FFFFFF"/>
    <a:srgbClr val="304E4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2DE63D5-997A-4646-A377-4702673A728D}" styleName="Style léger 2 - Accentuation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73" autoAdjust="0"/>
    <p:restoredTop sz="92242" autoAdjust="0"/>
  </p:normalViewPr>
  <p:slideViewPr>
    <p:cSldViewPr snapToGrid="0">
      <p:cViewPr varScale="1">
        <p:scale>
          <a:sx n="82" d="100"/>
          <a:sy n="82" d="100"/>
        </p:scale>
        <p:origin x="720" y="6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505A37F-3EAD-4416-93E1-ED93A29979E7}"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9537E6B6-7DC2-473B-B392-644A2981CB80}">
      <dgm:prSet custT="1"/>
      <dgm:spPr/>
      <dgm:t>
        <a:bodyPr/>
        <a:lstStyle/>
        <a:p>
          <a:pPr>
            <a:lnSpc>
              <a:spcPct val="100000"/>
            </a:lnSpc>
            <a:defRPr b="1"/>
          </a:pPr>
          <a:r>
            <a:rPr lang="fr-FR" sz="2400" noProof="0" dirty="0"/>
            <a:t>Sécurité sociale</a:t>
          </a:r>
        </a:p>
      </dgm:t>
    </dgm:pt>
    <dgm:pt modelId="{1407531E-0A92-4EDC-82F2-5C7584C7F487}" type="parTrans" cxnId="{2336D89A-3667-4403-BF4B-C49A69A6210B}">
      <dgm:prSet/>
      <dgm:spPr/>
      <dgm:t>
        <a:bodyPr/>
        <a:lstStyle/>
        <a:p>
          <a:endParaRPr lang="en-US"/>
        </a:p>
      </dgm:t>
    </dgm:pt>
    <dgm:pt modelId="{8AD05E4D-84DC-4D46-9D8F-6992A62BCA21}" type="sibTrans" cxnId="{2336D89A-3667-4403-BF4B-C49A69A6210B}">
      <dgm:prSet/>
      <dgm:spPr/>
      <dgm:t>
        <a:bodyPr/>
        <a:lstStyle/>
        <a:p>
          <a:pPr>
            <a:lnSpc>
              <a:spcPct val="100000"/>
            </a:lnSpc>
            <a:defRPr b="1"/>
          </a:pPr>
          <a:endParaRPr lang="en-US"/>
        </a:p>
      </dgm:t>
    </dgm:pt>
    <dgm:pt modelId="{DDD15A4C-B482-4B20-B739-C4E83CA0396C}">
      <dgm:prSet custT="1"/>
      <dgm:spPr/>
      <dgm:t>
        <a:bodyPr/>
        <a:lstStyle/>
        <a:p>
          <a:pPr>
            <a:lnSpc>
              <a:spcPct val="100000"/>
            </a:lnSpc>
          </a:pPr>
          <a:r>
            <a:rPr lang="fr-FR" sz="1800" noProof="0" dirty="0"/>
            <a:t>L’application n’est aujourd’hui pas équipe de fonctionnalité pour bloquer un utilisateur. </a:t>
          </a:r>
        </a:p>
      </dgm:t>
    </dgm:pt>
    <dgm:pt modelId="{A53AE6AB-E835-455E-8569-5AC1A65AD946}" type="parTrans" cxnId="{047FF905-65A6-4115-8DEB-79AC97D06A28}">
      <dgm:prSet/>
      <dgm:spPr/>
      <dgm:t>
        <a:bodyPr/>
        <a:lstStyle/>
        <a:p>
          <a:endParaRPr lang="en-US"/>
        </a:p>
      </dgm:t>
    </dgm:pt>
    <dgm:pt modelId="{EDE6F3D5-A10F-4458-A00D-9B72F975AC6D}" type="sibTrans" cxnId="{047FF905-65A6-4115-8DEB-79AC97D06A28}">
      <dgm:prSet/>
      <dgm:spPr/>
      <dgm:t>
        <a:bodyPr/>
        <a:lstStyle/>
        <a:p>
          <a:endParaRPr lang="en-US"/>
        </a:p>
      </dgm:t>
    </dgm:pt>
    <dgm:pt modelId="{81288325-6268-48D0-9108-128EA14AE0AF}">
      <dgm:prSet custT="1"/>
      <dgm:spPr/>
      <dgm:t>
        <a:bodyPr/>
        <a:lstStyle/>
        <a:p>
          <a:pPr>
            <a:lnSpc>
              <a:spcPct val="100000"/>
            </a:lnSpc>
            <a:defRPr b="1"/>
          </a:pPr>
          <a:r>
            <a:rPr lang="fr-FR" sz="2400" noProof="0" dirty="0"/>
            <a:t>Ajout de lieu en favoris</a:t>
          </a:r>
        </a:p>
      </dgm:t>
    </dgm:pt>
    <dgm:pt modelId="{3B71784E-4674-4086-82AE-AE63C9C09553}" type="parTrans" cxnId="{289C8CF4-FC3E-4093-B095-1915F668C9EB}">
      <dgm:prSet/>
      <dgm:spPr/>
      <dgm:t>
        <a:bodyPr/>
        <a:lstStyle/>
        <a:p>
          <a:endParaRPr lang="en-US"/>
        </a:p>
      </dgm:t>
    </dgm:pt>
    <dgm:pt modelId="{240149A7-072C-4EB9-97ED-5A5E59DDFDCD}" type="sibTrans" cxnId="{289C8CF4-FC3E-4093-B095-1915F668C9EB}">
      <dgm:prSet/>
      <dgm:spPr/>
      <dgm:t>
        <a:bodyPr/>
        <a:lstStyle/>
        <a:p>
          <a:pPr>
            <a:lnSpc>
              <a:spcPct val="100000"/>
            </a:lnSpc>
            <a:defRPr b="1"/>
          </a:pPr>
          <a:endParaRPr lang="en-US"/>
        </a:p>
      </dgm:t>
    </dgm:pt>
    <dgm:pt modelId="{27701A10-0123-464A-8B83-11302A4694EE}">
      <dgm:prSet custT="1"/>
      <dgm:spPr/>
      <dgm:t>
        <a:bodyPr/>
        <a:lstStyle/>
        <a:p>
          <a:pPr>
            <a:lnSpc>
              <a:spcPct val="100000"/>
            </a:lnSpc>
          </a:pPr>
          <a:r>
            <a:rPr lang="fr-FR" sz="1800" noProof="0" dirty="0"/>
            <a:t>Cette fonctionnalité ne marche actuellement plus. Ainsi il serait bien de la réimplémenter pour améliorer l’expérience utilisateur.</a:t>
          </a:r>
        </a:p>
      </dgm:t>
    </dgm:pt>
    <dgm:pt modelId="{D8BA504F-9569-44F7-9C97-1C7AE3CE012F}" type="parTrans" cxnId="{123A434A-4007-41F2-B613-B3FC330EA4D2}">
      <dgm:prSet/>
      <dgm:spPr/>
      <dgm:t>
        <a:bodyPr/>
        <a:lstStyle/>
        <a:p>
          <a:endParaRPr lang="en-US"/>
        </a:p>
      </dgm:t>
    </dgm:pt>
    <dgm:pt modelId="{5594E9B9-13F8-44AB-820E-50D6B1B71540}" type="sibTrans" cxnId="{123A434A-4007-41F2-B613-B3FC330EA4D2}">
      <dgm:prSet/>
      <dgm:spPr/>
      <dgm:t>
        <a:bodyPr/>
        <a:lstStyle/>
        <a:p>
          <a:endParaRPr lang="en-US"/>
        </a:p>
      </dgm:t>
    </dgm:pt>
    <dgm:pt modelId="{E6B57EDD-60C2-46A3-A9C3-DA3C04388845}">
      <dgm:prSet custT="1"/>
      <dgm:spPr/>
      <dgm:t>
        <a:bodyPr/>
        <a:lstStyle/>
        <a:p>
          <a:pPr>
            <a:lnSpc>
              <a:spcPct val="100000"/>
            </a:lnSpc>
            <a:defRPr b="1"/>
          </a:pPr>
          <a:r>
            <a:rPr lang="fr-FR" sz="2400" noProof="0" dirty="0"/>
            <a:t>Recherche d’amis</a:t>
          </a:r>
        </a:p>
      </dgm:t>
    </dgm:pt>
    <dgm:pt modelId="{9E5E6A80-9320-4FA2-8520-A8463D20BED0}" type="parTrans" cxnId="{0FD9563E-4347-4BD0-94CA-25A3C01C623D}">
      <dgm:prSet/>
      <dgm:spPr/>
      <dgm:t>
        <a:bodyPr/>
        <a:lstStyle/>
        <a:p>
          <a:endParaRPr lang="en-US"/>
        </a:p>
      </dgm:t>
    </dgm:pt>
    <dgm:pt modelId="{79890ADC-98FB-4B23-983C-043F18256EB7}" type="sibTrans" cxnId="{0FD9563E-4347-4BD0-94CA-25A3C01C623D}">
      <dgm:prSet/>
      <dgm:spPr/>
      <dgm:t>
        <a:bodyPr/>
        <a:lstStyle/>
        <a:p>
          <a:pPr>
            <a:lnSpc>
              <a:spcPct val="100000"/>
            </a:lnSpc>
            <a:defRPr b="1"/>
          </a:pPr>
          <a:endParaRPr lang="en-US"/>
        </a:p>
      </dgm:t>
    </dgm:pt>
    <dgm:pt modelId="{29734418-410B-49AD-AF04-43BCF00E548A}">
      <dgm:prSet custT="1"/>
      <dgm:spPr/>
      <dgm:t>
        <a:bodyPr/>
        <a:lstStyle/>
        <a:p>
          <a:pPr>
            <a:lnSpc>
              <a:spcPct val="100000"/>
            </a:lnSpc>
          </a:pPr>
          <a:r>
            <a:rPr lang="fr-FR" sz="1800" noProof="0" dirty="0"/>
            <a:t>Implémenter un système d’ID pourrait faciliter cet aspect et donc favoriser le lien social sur notre application.</a:t>
          </a:r>
        </a:p>
      </dgm:t>
    </dgm:pt>
    <dgm:pt modelId="{970E1EB3-24AC-4D74-9E7D-896CFDB5AE8B}" type="parTrans" cxnId="{96A71714-6701-4701-9FE7-D23B4DB7ACD1}">
      <dgm:prSet/>
      <dgm:spPr/>
      <dgm:t>
        <a:bodyPr/>
        <a:lstStyle/>
        <a:p>
          <a:endParaRPr lang="en-US"/>
        </a:p>
      </dgm:t>
    </dgm:pt>
    <dgm:pt modelId="{0E4C8374-E2E4-4155-900C-F284BFFF8085}" type="sibTrans" cxnId="{96A71714-6701-4701-9FE7-D23B4DB7ACD1}">
      <dgm:prSet/>
      <dgm:spPr/>
      <dgm:t>
        <a:bodyPr/>
        <a:lstStyle/>
        <a:p>
          <a:endParaRPr lang="en-US"/>
        </a:p>
      </dgm:t>
    </dgm:pt>
    <dgm:pt modelId="{C7DC616E-3BF3-4F0B-8C4C-C1277E6ED1D1}">
      <dgm:prSet custT="1"/>
      <dgm:spPr/>
      <dgm:t>
        <a:bodyPr/>
        <a:lstStyle/>
        <a:p>
          <a:pPr>
            <a:lnSpc>
              <a:spcPct val="100000"/>
            </a:lnSpc>
            <a:defRPr b="1"/>
          </a:pPr>
          <a:r>
            <a:rPr lang="fr-FR" sz="2400" noProof="0" dirty="0"/>
            <a:t>Moderniser certaines pages</a:t>
          </a:r>
        </a:p>
      </dgm:t>
    </dgm:pt>
    <dgm:pt modelId="{B0529049-5829-4E62-98E0-65AF69C4D053}" type="parTrans" cxnId="{FE30A170-0069-4D65-A1A2-22DFB2E127A9}">
      <dgm:prSet/>
      <dgm:spPr/>
      <dgm:t>
        <a:bodyPr/>
        <a:lstStyle/>
        <a:p>
          <a:endParaRPr lang="en-US"/>
        </a:p>
      </dgm:t>
    </dgm:pt>
    <dgm:pt modelId="{95371075-6925-4F54-B893-6685DF91E88F}" type="sibTrans" cxnId="{FE30A170-0069-4D65-A1A2-22DFB2E127A9}">
      <dgm:prSet/>
      <dgm:spPr/>
      <dgm:t>
        <a:bodyPr/>
        <a:lstStyle/>
        <a:p>
          <a:endParaRPr lang="en-US"/>
        </a:p>
      </dgm:t>
    </dgm:pt>
    <dgm:pt modelId="{BEEFB0AD-C494-4D5C-B59E-082799C0F50B}">
      <dgm:prSet custT="1"/>
      <dgm:spPr/>
      <dgm:t>
        <a:bodyPr/>
        <a:lstStyle/>
        <a:p>
          <a:pPr>
            <a:lnSpc>
              <a:spcPct val="100000"/>
            </a:lnSpc>
          </a:pPr>
          <a:r>
            <a:rPr lang="fr-FR" sz="1800" noProof="0" dirty="0"/>
            <a:t>Certaines pages du sites web n’ont pas été moderniser à temps ainsi il faudrait pouvoir reprendre le style et les optimiser.</a:t>
          </a:r>
        </a:p>
      </dgm:t>
    </dgm:pt>
    <dgm:pt modelId="{F7DFE966-1BC7-4ED7-A2F7-BB1CD409EF82}" type="parTrans" cxnId="{68FBCB39-53F7-4FB7-8DBA-0B4D2B32F415}">
      <dgm:prSet/>
      <dgm:spPr/>
      <dgm:t>
        <a:bodyPr/>
        <a:lstStyle/>
        <a:p>
          <a:endParaRPr lang="en-US"/>
        </a:p>
      </dgm:t>
    </dgm:pt>
    <dgm:pt modelId="{9B05E951-AE8E-4C28-BDA4-3F9437FC1BD3}" type="sibTrans" cxnId="{68FBCB39-53F7-4FB7-8DBA-0B4D2B32F415}">
      <dgm:prSet/>
      <dgm:spPr/>
      <dgm:t>
        <a:bodyPr/>
        <a:lstStyle/>
        <a:p>
          <a:endParaRPr lang="en-US"/>
        </a:p>
      </dgm:t>
    </dgm:pt>
    <dgm:pt modelId="{A47364B2-BB0C-474A-AE7D-FE0D41B4ECA0}" type="pres">
      <dgm:prSet presAssocID="{0505A37F-3EAD-4416-93E1-ED93A29979E7}" presName="Name0" presStyleCnt="0">
        <dgm:presLayoutVars>
          <dgm:dir/>
          <dgm:resizeHandles val="exact"/>
        </dgm:presLayoutVars>
      </dgm:prSet>
      <dgm:spPr/>
    </dgm:pt>
    <dgm:pt modelId="{0FD81B03-ABFC-40A4-9C48-CF81B51E2981}" type="pres">
      <dgm:prSet presAssocID="{9537E6B6-7DC2-473B-B392-644A2981CB80}" presName="compNode" presStyleCnt="0"/>
      <dgm:spPr/>
    </dgm:pt>
    <dgm:pt modelId="{15EC09E0-1310-4162-BF8D-CA0F2C07E7BE}" type="pres">
      <dgm:prSet presAssocID="{9537E6B6-7DC2-473B-B392-644A2981CB80}" presName="pictRect" presStyleLbl="revTx" presStyleIdx="0" presStyleCnt="8">
        <dgm:presLayoutVars>
          <dgm:chMax val="0"/>
          <dgm:bulletEnabled/>
        </dgm:presLayoutVars>
      </dgm:prSet>
      <dgm:spPr/>
    </dgm:pt>
    <dgm:pt modelId="{88D0B042-4AC9-41AF-8F80-0CAC83D9003C}" type="pres">
      <dgm:prSet presAssocID="{9537E6B6-7DC2-473B-B392-644A2981CB80}" presName="textRect" presStyleLbl="revTx" presStyleIdx="1" presStyleCnt="8">
        <dgm:presLayoutVars>
          <dgm:bulletEnabled/>
        </dgm:presLayoutVars>
      </dgm:prSet>
      <dgm:spPr/>
    </dgm:pt>
    <dgm:pt modelId="{448BD6E5-3866-44D9-AFB4-73912F7018B8}" type="pres">
      <dgm:prSet presAssocID="{8AD05E4D-84DC-4D46-9D8F-6992A62BCA21}" presName="sibTrans" presStyleLbl="sibTrans2D1" presStyleIdx="0" presStyleCnt="0"/>
      <dgm:spPr/>
    </dgm:pt>
    <dgm:pt modelId="{0BFBFDE1-4A1B-44A3-81CD-E9A4E70FD3CE}" type="pres">
      <dgm:prSet presAssocID="{81288325-6268-48D0-9108-128EA14AE0AF}" presName="compNode" presStyleCnt="0"/>
      <dgm:spPr/>
    </dgm:pt>
    <dgm:pt modelId="{D589AC48-DB75-4C34-B819-F3D6E56763A1}" type="pres">
      <dgm:prSet presAssocID="{81288325-6268-48D0-9108-128EA14AE0AF}" presName="pictRect" presStyleLbl="revTx" presStyleIdx="2" presStyleCnt="8">
        <dgm:presLayoutVars>
          <dgm:chMax val="0"/>
          <dgm:bulletEnabled/>
        </dgm:presLayoutVars>
      </dgm:prSet>
      <dgm:spPr/>
    </dgm:pt>
    <dgm:pt modelId="{B631821D-A2B5-47DF-A26C-5562BD57883A}" type="pres">
      <dgm:prSet presAssocID="{81288325-6268-48D0-9108-128EA14AE0AF}" presName="textRect" presStyleLbl="revTx" presStyleIdx="3" presStyleCnt="8">
        <dgm:presLayoutVars>
          <dgm:bulletEnabled/>
        </dgm:presLayoutVars>
      </dgm:prSet>
      <dgm:spPr/>
    </dgm:pt>
    <dgm:pt modelId="{A6669C68-890D-4E30-A63F-829556C347DB}" type="pres">
      <dgm:prSet presAssocID="{240149A7-072C-4EB9-97ED-5A5E59DDFDCD}" presName="sibTrans" presStyleLbl="sibTrans2D1" presStyleIdx="0" presStyleCnt="0"/>
      <dgm:spPr/>
    </dgm:pt>
    <dgm:pt modelId="{EC08877E-3619-416D-969E-0DA7FC29DAA9}" type="pres">
      <dgm:prSet presAssocID="{E6B57EDD-60C2-46A3-A9C3-DA3C04388845}" presName="compNode" presStyleCnt="0"/>
      <dgm:spPr/>
    </dgm:pt>
    <dgm:pt modelId="{429D8E8A-1006-455B-B910-E1FA4F6CF6A5}" type="pres">
      <dgm:prSet presAssocID="{E6B57EDD-60C2-46A3-A9C3-DA3C04388845}" presName="pictRect" presStyleLbl="revTx" presStyleIdx="4" presStyleCnt="8">
        <dgm:presLayoutVars>
          <dgm:chMax val="0"/>
          <dgm:bulletEnabled/>
        </dgm:presLayoutVars>
      </dgm:prSet>
      <dgm:spPr/>
    </dgm:pt>
    <dgm:pt modelId="{4FD3ED0C-ED98-4D93-B0C8-092D82E15054}" type="pres">
      <dgm:prSet presAssocID="{E6B57EDD-60C2-46A3-A9C3-DA3C04388845}" presName="textRect" presStyleLbl="revTx" presStyleIdx="5" presStyleCnt="8">
        <dgm:presLayoutVars>
          <dgm:bulletEnabled/>
        </dgm:presLayoutVars>
      </dgm:prSet>
      <dgm:spPr/>
    </dgm:pt>
    <dgm:pt modelId="{9B84C4EA-FB22-4C3D-AA15-FD8561AE92A3}" type="pres">
      <dgm:prSet presAssocID="{79890ADC-98FB-4B23-983C-043F18256EB7}" presName="sibTrans" presStyleLbl="sibTrans2D1" presStyleIdx="0" presStyleCnt="0"/>
      <dgm:spPr/>
    </dgm:pt>
    <dgm:pt modelId="{DBCA98B5-9CB2-46AB-A838-4857745F04E8}" type="pres">
      <dgm:prSet presAssocID="{C7DC616E-3BF3-4F0B-8C4C-C1277E6ED1D1}" presName="compNode" presStyleCnt="0"/>
      <dgm:spPr/>
    </dgm:pt>
    <dgm:pt modelId="{AE6E8BD6-92B7-4B75-B792-0222528423FD}" type="pres">
      <dgm:prSet presAssocID="{C7DC616E-3BF3-4F0B-8C4C-C1277E6ED1D1}" presName="pictRect" presStyleLbl="revTx" presStyleIdx="6" presStyleCnt="8">
        <dgm:presLayoutVars>
          <dgm:chMax val="0"/>
          <dgm:bulletEnabled/>
        </dgm:presLayoutVars>
      </dgm:prSet>
      <dgm:spPr/>
    </dgm:pt>
    <dgm:pt modelId="{8C83BCF4-5857-4BB9-893A-81016A8FF140}" type="pres">
      <dgm:prSet presAssocID="{C7DC616E-3BF3-4F0B-8C4C-C1277E6ED1D1}" presName="textRect" presStyleLbl="revTx" presStyleIdx="7" presStyleCnt="8">
        <dgm:presLayoutVars>
          <dgm:bulletEnabled/>
        </dgm:presLayoutVars>
      </dgm:prSet>
      <dgm:spPr/>
    </dgm:pt>
  </dgm:ptLst>
  <dgm:cxnLst>
    <dgm:cxn modelId="{047FF905-65A6-4115-8DEB-79AC97D06A28}" srcId="{9537E6B6-7DC2-473B-B392-644A2981CB80}" destId="{DDD15A4C-B482-4B20-B739-C4E83CA0396C}" srcOrd="0" destOrd="0" parTransId="{A53AE6AB-E835-455E-8569-5AC1A65AD946}" sibTransId="{EDE6F3D5-A10F-4458-A00D-9B72F975AC6D}"/>
    <dgm:cxn modelId="{5EA58013-9546-4914-A47A-3C4DBEC78983}" type="presOf" srcId="{27701A10-0123-464A-8B83-11302A4694EE}" destId="{B631821D-A2B5-47DF-A26C-5562BD57883A}" srcOrd="0" destOrd="0" presId="urn:microsoft.com/office/officeart/2024/3/layout/hArchList1"/>
    <dgm:cxn modelId="{96A71714-6701-4701-9FE7-D23B4DB7ACD1}" srcId="{E6B57EDD-60C2-46A3-A9C3-DA3C04388845}" destId="{29734418-410B-49AD-AF04-43BCF00E548A}" srcOrd="0" destOrd="0" parTransId="{970E1EB3-24AC-4D74-9E7D-896CFDB5AE8B}" sibTransId="{0E4C8374-E2E4-4155-900C-F284BFFF8085}"/>
    <dgm:cxn modelId="{68FBCB39-53F7-4FB7-8DBA-0B4D2B32F415}" srcId="{C7DC616E-3BF3-4F0B-8C4C-C1277E6ED1D1}" destId="{BEEFB0AD-C494-4D5C-B59E-082799C0F50B}" srcOrd="0" destOrd="0" parTransId="{F7DFE966-1BC7-4ED7-A2F7-BB1CD409EF82}" sibTransId="{9B05E951-AE8E-4C28-BDA4-3F9437FC1BD3}"/>
    <dgm:cxn modelId="{0FD9563E-4347-4BD0-94CA-25A3C01C623D}" srcId="{0505A37F-3EAD-4416-93E1-ED93A29979E7}" destId="{E6B57EDD-60C2-46A3-A9C3-DA3C04388845}" srcOrd="2" destOrd="0" parTransId="{9E5E6A80-9320-4FA2-8520-A8463D20BED0}" sibTransId="{79890ADC-98FB-4B23-983C-043F18256EB7}"/>
    <dgm:cxn modelId="{27326C5F-3463-4C51-A851-3FD0D80DD24E}" type="presOf" srcId="{E6B57EDD-60C2-46A3-A9C3-DA3C04388845}" destId="{429D8E8A-1006-455B-B910-E1FA4F6CF6A5}" srcOrd="0" destOrd="0" presId="urn:microsoft.com/office/officeart/2024/3/layout/hArchList1"/>
    <dgm:cxn modelId="{D7DDD360-F460-46F4-BC0C-6912AB0DC00B}" type="presOf" srcId="{0505A37F-3EAD-4416-93E1-ED93A29979E7}" destId="{A47364B2-BB0C-474A-AE7D-FE0D41B4ECA0}" srcOrd="0" destOrd="0" presId="urn:microsoft.com/office/officeart/2024/3/layout/hArchList1"/>
    <dgm:cxn modelId="{F6F1AB43-9811-47B6-937E-0D0E87EC8E78}" type="presOf" srcId="{240149A7-072C-4EB9-97ED-5A5E59DDFDCD}" destId="{A6669C68-890D-4E30-A63F-829556C347DB}" srcOrd="0" destOrd="0" presId="urn:microsoft.com/office/officeart/2024/3/layout/hArchList1"/>
    <dgm:cxn modelId="{123A434A-4007-41F2-B613-B3FC330EA4D2}" srcId="{81288325-6268-48D0-9108-128EA14AE0AF}" destId="{27701A10-0123-464A-8B83-11302A4694EE}" srcOrd="0" destOrd="0" parTransId="{D8BA504F-9569-44F7-9C97-1C7AE3CE012F}" sibTransId="{5594E9B9-13F8-44AB-820E-50D6B1B71540}"/>
    <dgm:cxn modelId="{FE30A170-0069-4D65-A1A2-22DFB2E127A9}" srcId="{0505A37F-3EAD-4416-93E1-ED93A29979E7}" destId="{C7DC616E-3BF3-4F0B-8C4C-C1277E6ED1D1}" srcOrd="3" destOrd="0" parTransId="{B0529049-5829-4E62-98E0-65AF69C4D053}" sibTransId="{95371075-6925-4F54-B893-6685DF91E88F}"/>
    <dgm:cxn modelId="{3BA2DF70-1D2B-47A9-8D8D-6572E896EA55}" type="presOf" srcId="{BEEFB0AD-C494-4D5C-B59E-082799C0F50B}" destId="{8C83BCF4-5857-4BB9-893A-81016A8FF140}" srcOrd="0" destOrd="0" presId="urn:microsoft.com/office/officeart/2024/3/layout/hArchList1"/>
    <dgm:cxn modelId="{D4F7BC88-F57D-4D35-A9FA-324FCF3EA870}" type="presOf" srcId="{C7DC616E-3BF3-4F0B-8C4C-C1277E6ED1D1}" destId="{AE6E8BD6-92B7-4B75-B792-0222528423FD}" srcOrd="0" destOrd="0" presId="urn:microsoft.com/office/officeart/2024/3/layout/hArchList1"/>
    <dgm:cxn modelId="{A185018A-C01C-46B6-B339-15766F398D46}" type="presOf" srcId="{29734418-410B-49AD-AF04-43BCF00E548A}" destId="{4FD3ED0C-ED98-4D93-B0C8-092D82E15054}" srcOrd="0" destOrd="0" presId="urn:microsoft.com/office/officeart/2024/3/layout/hArchList1"/>
    <dgm:cxn modelId="{2336D89A-3667-4403-BF4B-C49A69A6210B}" srcId="{0505A37F-3EAD-4416-93E1-ED93A29979E7}" destId="{9537E6B6-7DC2-473B-B392-644A2981CB80}" srcOrd="0" destOrd="0" parTransId="{1407531E-0A92-4EDC-82F2-5C7584C7F487}" sibTransId="{8AD05E4D-84DC-4D46-9D8F-6992A62BCA21}"/>
    <dgm:cxn modelId="{C0E86AAB-80C8-461A-8670-0E84DF538176}" type="presOf" srcId="{DDD15A4C-B482-4B20-B739-C4E83CA0396C}" destId="{88D0B042-4AC9-41AF-8F80-0CAC83D9003C}" srcOrd="0" destOrd="0" presId="urn:microsoft.com/office/officeart/2024/3/layout/hArchList1"/>
    <dgm:cxn modelId="{4AFE99BD-BE9D-479A-961F-7A1B2B81637B}" type="presOf" srcId="{9537E6B6-7DC2-473B-B392-644A2981CB80}" destId="{15EC09E0-1310-4162-BF8D-CA0F2C07E7BE}" srcOrd="0" destOrd="0" presId="urn:microsoft.com/office/officeart/2024/3/layout/hArchList1"/>
    <dgm:cxn modelId="{BF5B37C3-6FD6-4C75-B890-F83DDC7380CC}" type="presOf" srcId="{81288325-6268-48D0-9108-128EA14AE0AF}" destId="{D589AC48-DB75-4C34-B819-F3D6E56763A1}" srcOrd="0" destOrd="0" presId="urn:microsoft.com/office/officeart/2024/3/layout/hArchList1"/>
    <dgm:cxn modelId="{A98A92C5-C422-41C3-901A-1452BD5E475F}" type="presOf" srcId="{8AD05E4D-84DC-4D46-9D8F-6992A62BCA21}" destId="{448BD6E5-3866-44D9-AFB4-73912F7018B8}" srcOrd="0" destOrd="0" presId="urn:microsoft.com/office/officeart/2024/3/layout/hArchList1"/>
    <dgm:cxn modelId="{6C00FCCC-7979-4E34-9F08-C46E9FACB5EB}" type="presOf" srcId="{79890ADC-98FB-4B23-983C-043F18256EB7}" destId="{9B84C4EA-FB22-4C3D-AA15-FD8561AE92A3}" srcOrd="0" destOrd="0" presId="urn:microsoft.com/office/officeart/2024/3/layout/hArchList1"/>
    <dgm:cxn modelId="{289C8CF4-FC3E-4093-B095-1915F668C9EB}" srcId="{0505A37F-3EAD-4416-93E1-ED93A29979E7}" destId="{81288325-6268-48D0-9108-128EA14AE0AF}" srcOrd="1" destOrd="0" parTransId="{3B71784E-4674-4086-82AE-AE63C9C09553}" sibTransId="{240149A7-072C-4EB9-97ED-5A5E59DDFDCD}"/>
    <dgm:cxn modelId="{671C72D5-8020-44B4-A334-1AF89509A805}" type="presParOf" srcId="{A47364B2-BB0C-474A-AE7D-FE0D41B4ECA0}" destId="{0FD81B03-ABFC-40A4-9C48-CF81B51E2981}" srcOrd="0" destOrd="0" presId="urn:microsoft.com/office/officeart/2024/3/layout/hArchList1"/>
    <dgm:cxn modelId="{2A2C9C90-1037-41DE-B68D-AD190FE56C52}" type="presParOf" srcId="{0FD81B03-ABFC-40A4-9C48-CF81B51E2981}" destId="{15EC09E0-1310-4162-BF8D-CA0F2C07E7BE}" srcOrd="0" destOrd="0" presId="urn:microsoft.com/office/officeart/2024/3/layout/hArchList1"/>
    <dgm:cxn modelId="{3DAE6485-6B36-4DD4-B3F4-A6DB00A58CE7}" type="presParOf" srcId="{0FD81B03-ABFC-40A4-9C48-CF81B51E2981}" destId="{88D0B042-4AC9-41AF-8F80-0CAC83D9003C}" srcOrd="1" destOrd="0" presId="urn:microsoft.com/office/officeart/2024/3/layout/hArchList1"/>
    <dgm:cxn modelId="{2D9EC52F-9B67-45BD-A3CE-ABA3803FA062}" type="presParOf" srcId="{A47364B2-BB0C-474A-AE7D-FE0D41B4ECA0}" destId="{448BD6E5-3866-44D9-AFB4-73912F7018B8}" srcOrd="1" destOrd="0" presId="urn:microsoft.com/office/officeart/2024/3/layout/hArchList1"/>
    <dgm:cxn modelId="{436293FC-ADDA-4271-8D28-2FD2C18ADA2F}" type="presParOf" srcId="{A47364B2-BB0C-474A-AE7D-FE0D41B4ECA0}" destId="{0BFBFDE1-4A1B-44A3-81CD-E9A4E70FD3CE}" srcOrd="2" destOrd="0" presId="urn:microsoft.com/office/officeart/2024/3/layout/hArchList1"/>
    <dgm:cxn modelId="{501DC7E0-5A46-44C9-9194-44D158B25F71}" type="presParOf" srcId="{0BFBFDE1-4A1B-44A3-81CD-E9A4E70FD3CE}" destId="{D589AC48-DB75-4C34-B819-F3D6E56763A1}" srcOrd="0" destOrd="0" presId="urn:microsoft.com/office/officeart/2024/3/layout/hArchList1"/>
    <dgm:cxn modelId="{9B1B81A7-01E4-4FEF-98E4-B49B3FCC1A92}" type="presParOf" srcId="{0BFBFDE1-4A1B-44A3-81CD-E9A4E70FD3CE}" destId="{B631821D-A2B5-47DF-A26C-5562BD57883A}" srcOrd="1" destOrd="0" presId="urn:microsoft.com/office/officeart/2024/3/layout/hArchList1"/>
    <dgm:cxn modelId="{F9D2BF14-A240-4F35-93BB-C904C6ACE5EA}" type="presParOf" srcId="{A47364B2-BB0C-474A-AE7D-FE0D41B4ECA0}" destId="{A6669C68-890D-4E30-A63F-829556C347DB}" srcOrd="3" destOrd="0" presId="urn:microsoft.com/office/officeart/2024/3/layout/hArchList1"/>
    <dgm:cxn modelId="{D5ECD51A-1E79-45EC-B7C5-A21E84771F06}" type="presParOf" srcId="{A47364B2-BB0C-474A-AE7D-FE0D41B4ECA0}" destId="{EC08877E-3619-416D-969E-0DA7FC29DAA9}" srcOrd="4" destOrd="0" presId="urn:microsoft.com/office/officeart/2024/3/layout/hArchList1"/>
    <dgm:cxn modelId="{7FBE16C3-3BDC-47C3-9D91-DF3C3811E554}" type="presParOf" srcId="{EC08877E-3619-416D-969E-0DA7FC29DAA9}" destId="{429D8E8A-1006-455B-B910-E1FA4F6CF6A5}" srcOrd="0" destOrd="0" presId="urn:microsoft.com/office/officeart/2024/3/layout/hArchList1"/>
    <dgm:cxn modelId="{5119B789-C150-4BDC-BB5D-787AA0A7C026}" type="presParOf" srcId="{EC08877E-3619-416D-969E-0DA7FC29DAA9}" destId="{4FD3ED0C-ED98-4D93-B0C8-092D82E15054}" srcOrd="1" destOrd="0" presId="urn:microsoft.com/office/officeart/2024/3/layout/hArchList1"/>
    <dgm:cxn modelId="{84908565-915F-4A85-85FE-CEEC5158BCA5}" type="presParOf" srcId="{A47364B2-BB0C-474A-AE7D-FE0D41B4ECA0}" destId="{9B84C4EA-FB22-4C3D-AA15-FD8561AE92A3}" srcOrd="5" destOrd="0" presId="urn:microsoft.com/office/officeart/2024/3/layout/hArchList1"/>
    <dgm:cxn modelId="{02C08428-600E-4D5E-98EC-CD1926CC8E20}" type="presParOf" srcId="{A47364B2-BB0C-474A-AE7D-FE0D41B4ECA0}" destId="{DBCA98B5-9CB2-46AB-A838-4857745F04E8}" srcOrd="6" destOrd="0" presId="urn:microsoft.com/office/officeart/2024/3/layout/hArchList1"/>
    <dgm:cxn modelId="{6C3E5BDE-A5D0-4A76-9531-4583A3957CF9}" type="presParOf" srcId="{DBCA98B5-9CB2-46AB-A838-4857745F04E8}" destId="{AE6E8BD6-92B7-4B75-B792-0222528423FD}" srcOrd="0" destOrd="0" presId="urn:microsoft.com/office/officeart/2024/3/layout/hArchList1"/>
    <dgm:cxn modelId="{21DA91A2-E391-4D04-BFA8-65779F9495C5}" type="presParOf" srcId="{DBCA98B5-9CB2-46AB-A838-4857745F04E8}" destId="{8C83BCF4-5857-4BB9-893A-81016A8FF140}"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5EC09E0-1310-4162-BF8D-CA0F2C07E7BE}">
      <dsp:nvSpPr>
        <dsp:cNvPr id="0" name=""/>
        <dsp:cNvSpPr/>
      </dsp:nvSpPr>
      <dsp:spPr>
        <a:xfrm>
          <a:off x="0" y="0"/>
          <a:ext cx="2528689" cy="8302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30480" rIns="30480" bIns="30480" numCol="1" spcCol="1270" anchor="t" anchorCtr="0">
          <a:noAutofit/>
        </a:bodyPr>
        <a:lstStyle/>
        <a:p>
          <a:pPr marL="0" lvl="0" indent="0" algn="l" defTabSz="1066800">
            <a:lnSpc>
              <a:spcPct val="100000"/>
            </a:lnSpc>
            <a:spcBef>
              <a:spcPct val="0"/>
            </a:spcBef>
            <a:spcAft>
              <a:spcPct val="35000"/>
            </a:spcAft>
            <a:buNone/>
            <a:defRPr b="1"/>
          </a:pPr>
          <a:r>
            <a:rPr lang="fr-FR" sz="2400" kern="1200" noProof="0" dirty="0"/>
            <a:t>Sécurité sociale</a:t>
          </a:r>
        </a:p>
      </dsp:txBody>
      <dsp:txXfrm>
        <a:off x="0" y="0"/>
        <a:ext cx="2528689" cy="830214"/>
      </dsp:txXfrm>
    </dsp:sp>
    <dsp:sp modelId="{88D0B042-4AC9-41AF-8F80-0CAC83D9003C}">
      <dsp:nvSpPr>
        <dsp:cNvPr id="0" name=""/>
        <dsp:cNvSpPr/>
      </dsp:nvSpPr>
      <dsp:spPr>
        <a:xfrm>
          <a:off x="0" y="830214"/>
          <a:ext cx="2528689" cy="200009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pPr>
          <a:r>
            <a:rPr lang="fr-FR" sz="1800" kern="1200" noProof="0" dirty="0"/>
            <a:t>L’application n’est aujourd’hui pas équipe de fonctionnalité pour bloquer un utilisateur. </a:t>
          </a:r>
        </a:p>
      </dsp:txBody>
      <dsp:txXfrm>
        <a:off x="0" y="830214"/>
        <a:ext cx="2528689" cy="2000097"/>
      </dsp:txXfrm>
    </dsp:sp>
    <dsp:sp modelId="{D589AC48-DB75-4C34-B819-F3D6E56763A1}">
      <dsp:nvSpPr>
        <dsp:cNvPr id="0" name=""/>
        <dsp:cNvSpPr/>
      </dsp:nvSpPr>
      <dsp:spPr>
        <a:xfrm>
          <a:off x="2781558" y="0"/>
          <a:ext cx="2528689" cy="8302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30480" rIns="30480" bIns="30480" numCol="1" spcCol="1270" anchor="t" anchorCtr="0">
          <a:noAutofit/>
        </a:bodyPr>
        <a:lstStyle/>
        <a:p>
          <a:pPr marL="0" lvl="0" indent="0" algn="l" defTabSz="1066800">
            <a:lnSpc>
              <a:spcPct val="100000"/>
            </a:lnSpc>
            <a:spcBef>
              <a:spcPct val="0"/>
            </a:spcBef>
            <a:spcAft>
              <a:spcPct val="35000"/>
            </a:spcAft>
            <a:buNone/>
            <a:defRPr b="1"/>
          </a:pPr>
          <a:r>
            <a:rPr lang="fr-FR" sz="2400" kern="1200" noProof="0" dirty="0"/>
            <a:t>Ajout de lieu en favoris</a:t>
          </a:r>
        </a:p>
      </dsp:txBody>
      <dsp:txXfrm>
        <a:off x="2781558" y="0"/>
        <a:ext cx="2528689" cy="830214"/>
      </dsp:txXfrm>
    </dsp:sp>
    <dsp:sp modelId="{B631821D-A2B5-47DF-A26C-5562BD57883A}">
      <dsp:nvSpPr>
        <dsp:cNvPr id="0" name=""/>
        <dsp:cNvSpPr/>
      </dsp:nvSpPr>
      <dsp:spPr>
        <a:xfrm>
          <a:off x="2781558" y="830214"/>
          <a:ext cx="2528689" cy="200009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pPr>
          <a:r>
            <a:rPr lang="fr-FR" sz="1800" kern="1200" noProof="0" dirty="0"/>
            <a:t>Cette fonctionnalité ne marche actuellement plus. Ainsi il serait bien de la réimplémenter pour améliorer l’expérience utilisateur.</a:t>
          </a:r>
        </a:p>
      </dsp:txBody>
      <dsp:txXfrm>
        <a:off x="2781558" y="830214"/>
        <a:ext cx="2528689" cy="2000097"/>
      </dsp:txXfrm>
    </dsp:sp>
    <dsp:sp modelId="{429D8E8A-1006-455B-B910-E1FA4F6CF6A5}">
      <dsp:nvSpPr>
        <dsp:cNvPr id="0" name=""/>
        <dsp:cNvSpPr/>
      </dsp:nvSpPr>
      <dsp:spPr>
        <a:xfrm>
          <a:off x="5563116" y="0"/>
          <a:ext cx="2528689" cy="8302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30480" rIns="30480" bIns="30480" numCol="1" spcCol="1270" anchor="t" anchorCtr="0">
          <a:noAutofit/>
        </a:bodyPr>
        <a:lstStyle/>
        <a:p>
          <a:pPr marL="0" lvl="0" indent="0" algn="l" defTabSz="1066800">
            <a:lnSpc>
              <a:spcPct val="100000"/>
            </a:lnSpc>
            <a:spcBef>
              <a:spcPct val="0"/>
            </a:spcBef>
            <a:spcAft>
              <a:spcPct val="35000"/>
            </a:spcAft>
            <a:buNone/>
            <a:defRPr b="1"/>
          </a:pPr>
          <a:r>
            <a:rPr lang="fr-FR" sz="2400" kern="1200" noProof="0" dirty="0"/>
            <a:t>Recherche d’amis</a:t>
          </a:r>
        </a:p>
      </dsp:txBody>
      <dsp:txXfrm>
        <a:off x="5563116" y="0"/>
        <a:ext cx="2528689" cy="830214"/>
      </dsp:txXfrm>
    </dsp:sp>
    <dsp:sp modelId="{4FD3ED0C-ED98-4D93-B0C8-092D82E15054}">
      <dsp:nvSpPr>
        <dsp:cNvPr id="0" name=""/>
        <dsp:cNvSpPr/>
      </dsp:nvSpPr>
      <dsp:spPr>
        <a:xfrm>
          <a:off x="5563116" y="830214"/>
          <a:ext cx="2528689" cy="200009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pPr>
          <a:r>
            <a:rPr lang="fr-FR" sz="1800" kern="1200" noProof="0" dirty="0"/>
            <a:t>Implémenter un système d’ID pourrait faciliter cet aspect et donc favoriser le lien social sur notre application.</a:t>
          </a:r>
        </a:p>
      </dsp:txBody>
      <dsp:txXfrm>
        <a:off x="5563116" y="830214"/>
        <a:ext cx="2528689" cy="2000097"/>
      </dsp:txXfrm>
    </dsp:sp>
    <dsp:sp modelId="{AE6E8BD6-92B7-4B75-B792-0222528423FD}">
      <dsp:nvSpPr>
        <dsp:cNvPr id="0" name=""/>
        <dsp:cNvSpPr/>
      </dsp:nvSpPr>
      <dsp:spPr>
        <a:xfrm>
          <a:off x="8344674" y="0"/>
          <a:ext cx="2528689" cy="8302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30480" rIns="30480" bIns="30480" numCol="1" spcCol="1270" anchor="t" anchorCtr="0">
          <a:noAutofit/>
        </a:bodyPr>
        <a:lstStyle/>
        <a:p>
          <a:pPr marL="0" lvl="0" indent="0" algn="l" defTabSz="1066800">
            <a:lnSpc>
              <a:spcPct val="100000"/>
            </a:lnSpc>
            <a:spcBef>
              <a:spcPct val="0"/>
            </a:spcBef>
            <a:spcAft>
              <a:spcPct val="35000"/>
            </a:spcAft>
            <a:buNone/>
            <a:defRPr b="1"/>
          </a:pPr>
          <a:r>
            <a:rPr lang="fr-FR" sz="2400" kern="1200" noProof="0" dirty="0"/>
            <a:t>Moderniser certaines pages</a:t>
          </a:r>
        </a:p>
      </dsp:txBody>
      <dsp:txXfrm>
        <a:off x="8344674" y="0"/>
        <a:ext cx="2528689" cy="830214"/>
      </dsp:txXfrm>
    </dsp:sp>
    <dsp:sp modelId="{8C83BCF4-5857-4BB9-893A-81016A8FF140}">
      <dsp:nvSpPr>
        <dsp:cNvPr id="0" name=""/>
        <dsp:cNvSpPr/>
      </dsp:nvSpPr>
      <dsp:spPr>
        <a:xfrm>
          <a:off x="8344674" y="830214"/>
          <a:ext cx="2528689" cy="200009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pPr>
          <a:r>
            <a:rPr lang="fr-FR" sz="1800" kern="1200" noProof="0" dirty="0"/>
            <a:t>Certaines pages du sites web n’ont pas été moderniser à temps ainsi il faudrait pouvoir reprendre le style et les optimiser.</a:t>
          </a:r>
        </a:p>
      </dsp:txBody>
      <dsp:txXfrm>
        <a:off x="8344674" y="830214"/>
        <a:ext cx="2528689" cy="2000097"/>
      </dsp:txXfrm>
    </dsp:sp>
  </dsp:spTree>
</dsp:drawing>
</file>

<file path=ppt/diagrams/layout1.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CE1DA11F-55C6-8168-9F1D-352D08E578A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B6EE7E05-B9CC-C4CA-B23C-C3BD05D253F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3DDBF88-08B1-4821-B4AC-7B0E9EFCDC53}" type="datetimeFigureOut">
              <a:rPr lang="fr-FR" smtClean="0"/>
              <a:t>02/04/2026</a:t>
            </a:fld>
            <a:endParaRPr lang="fr-FR"/>
          </a:p>
        </p:txBody>
      </p:sp>
      <p:sp>
        <p:nvSpPr>
          <p:cNvPr id="4" name="Espace réservé du pied de page 3">
            <a:extLst>
              <a:ext uri="{FF2B5EF4-FFF2-40B4-BE49-F238E27FC236}">
                <a16:creationId xmlns:a16="http://schemas.microsoft.com/office/drawing/2014/main" id="{34312423-BB35-B5FF-1442-3526AC139A4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3F03BF31-4FD0-A2B0-DC68-91AAA10C086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2E7BC6-FD3C-41DE-B311-B7742FDC1CF0}" type="slidenum">
              <a:rPr lang="fr-FR" smtClean="0"/>
              <a:t>‹N°›</a:t>
            </a:fld>
            <a:endParaRPr lang="fr-FR"/>
          </a:p>
        </p:txBody>
      </p:sp>
    </p:spTree>
    <p:extLst>
      <p:ext uri="{BB962C8B-B14F-4D97-AF65-F5344CB8AC3E}">
        <p14:creationId xmlns:p14="http://schemas.microsoft.com/office/powerpoint/2010/main" val="509254570"/>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E680FF-45DC-40F5-8CD1-21E1C89125C9}" type="datetimeFigureOut">
              <a:rPr lang="fr-FR" smtClean="0"/>
              <a:t>02/04/2026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E8DA55-E8D2-4ADA-996E-EB1045687701}" type="slidenum">
              <a:rPr lang="fr-FR" smtClean="0"/>
              <a:t>‹N°›</a:t>
            </a:fld>
            <a:endParaRPr lang="fr-FR"/>
          </a:p>
        </p:txBody>
      </p:sp>
    </p:spTree>
    <p:extLst>
      <p:ext uri="{BB962C8B-B14F-4D97-AF65-F5344CB8AC3E}">
        <p14:creationId xmlns:p14="http://schemas.microsoft.com/office/powerpoint/2010/main" val="157247753"/>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Cette présentation vous dévoilera Trips &amp; </a:t>
            </a:r>
            <a:r>
              <a:rPr lang="fr-FR" dirty="0" err="1"/>
              <a:t>Roads</a:t>
            </a:r>
            <a:r>
              <a:rPr lang="fr-FR" dirty="0"/>
              <a:t>, une application innovante conçue pour faciliter la planification, la gestion et le partage de road trips. Nous explorerons ses objectifs, ses fonctionnalités, sa dimension sociale, son accessibilité et l’architecture technique qui la soutient.
</a:t>
            </a:r>
          </a:p>
        </p:txBody>
      </p:sp>
      <p:sp>
        <p:nvSpPr>
          <p:cNvPr id="4" name="Espace réservé du numéro de diapositive 3"/>
          <p:cNvSpPr>
            <a:spLocks noGrp="1"/>
          </p:cNvSpPr>
          <p:nvPr>
            <p:ph type="sldNum" sz="quarter" idx="5"/>
          </p:nvPr>
        </p:nvSpPr>
        <p:spPr/>
        <p:txBody>
          <a:bodyPr/>
          <a:lstStyle/>
          <a:p>
            <a:fld id="{5A3C0F2E-7306-4229-84CC-00BAC203E33D}" type="slidenum">
              <a:rPr lang="fr-FR" smtClean="0"/>
              <a:t>1</a:t>
            </a:fld>
            <a:endParaRPr lang="fr-FR"/>
          </a:p>
        </p:txBody>
      </p:sp>
      <p:sp>
        <p:nvSpPr>
          <p:cNvPr id="5" name="Espace réservé du pied de page 4">
            <a:extLst>
              <a:ext uri="{FF2B5EF4-FFF2-40B4-BE49-F238E27FC236}">
                <a16:creationId xmlns:a16="http://schemas.microsoft.com/office/drawing/2014/main" id="{BD1B7739-772C-BA0A-DE0A-3256D3558E3A}"/>
              </a:ext>
            </a:extLst>
          </p:cNvPr>
          <p:cNvSpPr>
            <a:spLocks noGrp="1"/>
          </p:cNvSpPr>
          <p:nvPr>
            <p:ph type="ftr" sz="quarter" idx="4"/>
          </p:nvPr>
        </p:nvSpPr>
        <p:spPr/>
        <p:txBody>
          <a:bodyPr/>
          <a:lstStyle/>
          <a:p>
            <a:endParaRPr lang="fr-FR"/>
          </a:p>
        </p:txBody>
      </p:sp>
    </p:spTree>
    <p:extLst>
      <p:ext uri="{BB962C8B-B14F-4D97-AF65-F5344CB8AC3E}">
        <p14:creationId xmlns:p14="http://schemas.microsoft.com/office/powerpoint/2010/main" val="2460139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Nous aborderons d'abord le concept et les objectifs de Trips &amp; </a:t>
            </a:r>
            <a:r>
              <a:rPr lang="fr-FR" dirty="0" err="1"/>
              <a:t>Roads</a:t>
            </a:r>
            <a:r>
              <a:rPr lang="fr-FR" dirty="0"/>
              <a:t>, puis ses fonctionnalités principales. Ensuite, nous verrons la dimension sociale, l’accessibilité et l’expérience utilisateur. Enfin, nous conclurons avec l’architecture technique et la gestion de projet.</a:t>
            </a:r>
          </a:p>
        </p:txBody>
      </p:sp>
      <p:sp>
        <p:nvSpPr>
          <p:cNvPr id="4" name="Espace réservé du numéro de diapositive 3"/>
          <p:cNvSpPr>
            <a:spLocks noGrp="1"/>
          </p:cNvSpPr>
          <p:nvPr>
            <p:ph type="sldNum" sz="quarter" idx="5"/>
          </p:nvPr>
        </p:nvSpPr>
        <p:spPr/>
        <p:txBody>
          <a:bodyPr/>
          <a:lstStyle/>
          <a:p>
            <a:fld id="{5A3C0F2E-7306-4229-84CC-00BAC203E33D}" type="slidenum">
              <a:rPr lang="fr-FR" smtClean="0"/>
              <a:t>2</a:t>
            </a:fld>
            <a:endParaRPr lang="fr-FR"/>
          </a:p>
        </p:txBody>
      </p:sp>
      <p:sp>
        <p:nvSpPr>
          <p:cNvPr id="5" name="Espace réservé du pied de page 4">
            <a:extLst>
              <a:ext uri="{FF2B5EF4-FFF2-40B4-BE49-F238E27FC236}">
                <a16:creationId xmlns:a16="http://schemas.microsoft.com/office/drawing/2014/main" id="{2616B2DB-B493-E256-6EE7-67DC2BAB013A}"/>
              </a:ext>
            </a:extLst>
          </p:cNvPr>
          <p:cNvSpPr>
            <a:spLocks noGrp="1"/>
          </p:cNvSpPr>
          <p:nvPr>
            <p:ph type="ftr" sz="quarter" idx="4"/>
          </p:nvPr>
        </p:nvSpPr>
        <p:spPr/>
        <p:txBody>
          <a:bodyPr/>
          <a:lstStyle/>
          <a:p>
            <a:endParaRPr lang="fr-FR"/>
          </a:p>
        </p:txBody>
      </p:sp>
    </p:spTree>
    <p:extLst>
      <p:ext uri="{BB962C8B-B14F-4D97-AF65-F5344CB8AC3E}">
        <p14:creationId xmlns:p14="http://schemas.microsoft.com/office/powerpoint/2010/main" val="25924616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Trips &amp; Roads répond aux besoins des voyageurs modernes en proposant une plateforme centralisée. Elle vise à simplifier la gestion des road trips tout en favorisant la collaboration et le partage d’expériences authentiques entre utilisateurs.</a:t>
            </a:r>
          </a:p>
        </p:txBody>
      </p:sp>
      <p:sp>
        <p:nvSpPr>
          <p:cNvPr id="4" name="Espace réservé du numéro de diapositive 3"/>
          <p:cNvSpPr>
            <a:spLocks noGrp="1"/>
          </p:cNvSpPr>
          <p:nvPr>
            <p:ph type="sldNum" sz="quarter" idx="5"/>
          </p:nvPr>
        </p:nvSpPr>
        <p:spPr/>
        <p:txBody>
          <a:bodyPr/>
          <a:lstStyle/>
          <a:p>
            <a:fld id="{5A3C0F2E-7306-4229-84CC-00BAC203E33D}" type="slidenum">
              <a:rPr lang="fr-FR" smtClean="0"/>
              <a:t>3</a:t>
            </a:fld>
            <a:endParaRPr lang="fr-FR"/>
          </a:p>
        </p:txBody>
      </p:sp>
      <p:sp>
        <p:nvSpPr>
          <p:cNvPr id="5" name="Espace réservé du pied de page 4">
            <a:extLst>
              <a:ext uri="{FF2B5EF4-FFF2-40B4-BE49-F238E27FC236}">
                <a16:creationId xmlns:a16="http://schemas.microsoft.com/office/drawing/2014/main" id="{553676EB-17B2-57B7-014C-8C691A15038E}"/>
              </a:ext>
            </a:extLst>
          </p:cNvPr>
          <p:cNvSpPr>
            <a:spLocks noGrp="1"/>
          </p:cNvSpPr>
          <p:nvPr>
            <p:ph type="ftr" sz="quarter" idx="4"/>
          </p:nvPr>
        </p:nvSpPr>
        <p:spPr/>
        <p:txBody>
          <a:bodyPr/>
          <a:lstStyle/>
          <a:p>
            <a:endParaRPr lang="fr-FR"/>
          </a:p>
        </p:txBody>
      </p:sp>
    </p:spTree>
    <p:extLst>
      <p:ext uri="{BB962C8B-B14F-4D97-AF65-F5344CB8AC3E}">
        <p14:creationId xmlns:p14="http://schemas.microsoft.com/office/powerpoint/2010/main" val="6938787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
---
Les voyageurs cherchent des solutions flexibles, collaboratives et mobiles pour organiser leurs road trips. Ils ont besoin d’outils simples et intuitifs pour planifier, ajuster et partager leurs itinéraires en temps réel et en toute simplicité.
</a:t>
            </a:r>
          </a:p>
          <a:p>
            <a:endParaRPr lang="fr-FR" dirty="0"/>
          </a:p>
          <a:p>
            <a:pPr marL="0" indent="0">
              <a:spcBef>
                <a:spcPts val="2500"/>
              </a:spcBef>
              <a:spcAft>
                <a:spcPts val="600"/>
              </a:spcAft>
              <a:buFont typeface="Arial" panose="020B0604020202020204" pitchFamily="34" charset="0"/>
              <a:buNone/>
            </a:pPr>
            <a:r>
              <a:rPr lang="fr-FR" sz="1600" b="1" dirty="0"/>
              <a:t>Solutions flexibles</a:t>
            </a:r>
          </a:p>
          <a:p>
            <a:pPr marL="0" lvl="1" indent="0">
              <a:spcBef>
                <a:spcPts val="1000"/>
              </a:spcBef>
              <a:spcAft>
                <a:spcPts val="600"/>
              </a:spcAft>
              <a:buFont typeface="Arial" panose="020B0604020202020204" pitchFamily="34" charset="0"/>
              <a:buNone/>
            </a:pPr>
            <a:r>
              <a:rPr lang="fr-FR" sz="1600" dirty="0"/>
              <a:t>Les voyageurs modernes recherchent des solutions adaptables qui s'ajustent facilement à leurs plans changeants durant les road trips.</a:t>
            </a:r>
          </a:p>
          <a:p>
            <a:pPr marL="0" indent="0">
              <a:spcBef>
                <a:spcPts val="2500"/>
              </a:spcBef>
              <a:spcAft>
                <a:spcPts val="600"/>
              </a:spcAft>
              <a:buFont typeface="Arial" panose="020B0604020202020204" pitchFamily="34" charset="0"/>
              <a:buNone/>
            </a:pPr>
            <a:r>
              <a:rPr lang="fr-FR" sz="1600" b="1" dirty="0"/>
              <a:t>Interface intuitive</a:t>
            </a:r>
          </a:p>
          <a:p>
            <a:pPr marL="0" lvl="1" indent="0">
              <a:spcBef>
                <a:spcPts val="1000"/>
              </a:spcBef>
              <a:spcAft>
                <a:spcPts val="600"/>
              </a:spcAft>
              <a:buFont typeface="Arial" panose="020B0604020202020204" pitchFamily="34" charset="0"/>
              <a:buNone/>
            </a:pPr>
            <a:r>
              <a:rPr lang="fr-FR" sz="1600" dirty="0"/>
              <a:t>Des interfaces simples et intuitives facilitent la planification, l’ajustement et le partage des trajets sans complication.</a:t>
            </a:r>
          </a:p>
          <a:p>
            <a:pPr>
              <a:spcBef>
                <a:spcPts val="2500"/>
              </a:spcBef>
              <a:spcAft>
                <a:spcPts val="600"/>
              </a:spcAft>
            </a:pPr>
            <a:r>
              <a:rPr lang="fr-FR" sz="1600" b="1" dirty="0"/>
              <a:t>Création et modification de parcours</a:t>
            </a:r>
          </a:p>
          <a:p>
            <a:pPr marL="0" lvl="1" indent="0">
              <a:spcBef>
                <a:spcPts val="1000"/>
              </a:spcBef>
              <a:spcAft>
                <a:spcPts val="600"/>
              </a:spcAft>
              <a:buFont typeface="Arial" panose="020B0604020202020204" pitchFamily="34" charset="0"/>
              <a:buNone/>
            </a:pPr>
            <a:r>
              <a:rPr lang="fr-FR" sz="1600" dirty="0"/>
              <a:t>Les utilisateurs peuvent facilement créer et ajuster leurs itinéraires en fonction de leurs préférences et besoins.</a:t>
            </a:r>
          </a:p>
          <a:p>
            <a:pPr>
              <a:spcBef>
                <a:spcPts val="2500"/>
              </a:spcBef>
              <a:spcAft>
                <a:spcPts val="600"/>
              </a:spcAft>
            </a:pPr>
            <a:r>
              <a:rPr lang="fr-FR" sz="1600" b="1" dirty="0"/>
              <a:t>Gestion centralisée des étapes</a:t>
            </a:r>
          </a:p>
          <a:p>
            <a:pPr marL="0" lvl="1" indent="0">
              <a:spcBef>
                <a:spcPts val="1000"/>
              </a:spcBef>
              <a:spcAft>
                <a:spcPts val="600"/>
              </a:spcAft>
              <a:buFont typeface="Arial" panose="020B0604020202020204" pitchFamily="34" charset="0"/>
              <a:buNone/>
            </a:pPr>
            <a:r>
              <a:rPr lang="fr-FR" sz="1600" dirty="0"/>
              <a:t>La plateforme permet de gérer efficacement les différentes étapes du voyage pour une meilleure organisation.</a:t>
            </a:r>
          </a:p>
          <a:p>
            <a:pPr>
              <a:spcBef>
                <a:spcPts val="2500"/>
              </a:spcBef>
              <a:spcAft>
                <a:spcPts val="600"/>
              </a:spcAft>
            </a:pPr>
            <a:r>
              <a:rPr lang="fr-FR" sz="1600" b="1" dirty="0"/>
              <a:t>Simplification de la préparation</a:t>
            </a:r>
          </a:p>
          <a:p>
            <a:pPr marL="0" lvl="1" indent="0">
              <a:spcBef>
                <a:spcPts val="1000"/>
              </a:spcBef>
              <a:spcAft>
                <a:spcPts val="600"/>
              </a:spcAft>
              <a:buFont typeface="Arial" panose="020B0604020202020204" pitchFamily="34" charset="0"/>
              <a:buNone/>
            </a:pPr>
            <a:r>
              <a:rPr lang="fr-FR" sz="1600" dirty="0"/>
              <a:t>Centraliser les informations facilite la planification et rend la préparation du road trip plus intuitive.</a:t>
            </a:r>
          </a:p>
          <a:p>
            <a:pPr marL="0" lvl="1" indent="0">
              <a:spcBef>
                <a:spcPts val="1000"/>
              </a:spcBef>
              <a:spcAft>
                <a:spcPts val="600"/>
              </a:spcAft>
              <a:buFont typeface="Arial" panose="020B0604020202020204" pitchFamily="34" charset="0"/>
              <a:buNone/>
            </a:pPr>
            <a:endParaRPr lang="fr-FR" sz="1600" dirty="0"/>
          </a:p>
          <a:p>
            <a:r>
              <a:rPr lang="fr-FR" dirty="0"/>
              <a:t>
Source de l’image : bibliothèque de contenu Microsoft 365
</a:t>
            </a:r>
          </a:p>
        </p:txBody>
      </p:sp>
      <p:sp>
        <p:nvSpPr>
          <p:cNvPr id="4" name="Espace réservé du numéro de diapositive 3"/>
          <p:cNvSpPr>
            <a:spLocks noGrp="1"/>
          </p:cNvSpPr>
          <p:nvPr>
            <p:ph type="sldNum" sz="quarter" idx="5"/>
          </p:nvPr>
        </p:nvSpPr>
        <p:spPr/>
        <p:txBody>
          <a:bodyPr/>
          <a:lstStyle/>
          <a:p>
            <a:fld id="{5A3C0F2E-7306-4229-84CC-00BAC203E33D}" type="slidenum">
              <a:rPr lang="fr-FR" smtClean="0"/>
              <a:t>6</a:t>
            </a:fld>
            <a:endParaRPr lang="fr-FR"/>
          </a:p>
        </p:txBody>
      </p:sp>
      <p:sp>
        <p:nvSpPr>
          <p:cNvPr id="5" name="Espace réservé du pied de page 4">
            <a:extLst>
              <a:ext uri="{FF2B5EF4-FFF2-40B4-BE49-F238E27FC236}">
                <a16:creationId xmlns:a16="http://schemas.microsoft.com/office/drawing/2014/main" id="{5C14082D-0D12-CD3F-3523-3C7D0FEC1646}"/>
              </a:ext>
            </a:extLst>
          </p:cNvPr>
          <p:cNvSpPr>
            <a:spLocks noGrp="1"/>
          </p:cNvSpPr>
          <p:nvPr>
            <p:ph type="ftr" sz="quarter" idx="4"/>
          </p:nvPr>
        </p:nvSpPr>
        <p:spPr/>
        <p:txBody>
          <a:bodyPr/>
          <a:lstStyle/>
          <a:p>
            <a:endParaRPr lang="fr-FR"/>
          </a:p>
        </p:txBody>
      </p:sp>
    </p:spTree>
    <p:extLst>
      <p:ext uri="{BB962C8B-B14F-4D97-AF65-F5344CB8AC3E}">
        <p14:creationId xmlns:p14="http://schemas.microsoft.com/office/powerpoint/2010/main" val="9188439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
---
L’application encourage les échanges entre voyageurs grâce à des fonctionnalités sociales. Le partage d’itinéraires, les commentaires et les recommandations enrichissent la communauté et améliorent l’expérience de chacun.
</a:t>
            </a:r>
          </a:p>
          <a:p>
            <a:pPr marL="0" indent="0">
              <a:lnSpc>
                <a:spcPct val="90000"/>
              </a:lnSpc>
              <a:spcBef>
                <a:spcPts val="2500"/>
              </a:spcBef>
              <a:spcAft>
                <a:spcPts val="600"/>
              </a:spcAft>
              <a:buNone/>
            </a:pPr>
            <a:r>
              <a:rPr lang="fr-FR" sz="1400" b="1" dirty="0"/>
              <a:t>Encouragement des échanges</a:t>
            </a:r>
          </a:p>
          <a:p>
            <a:pPr marL="0" lvl="1" indent="0">
              <a:lnSpc>
                <a:spcPct val="90000"/>
              </a:lnSpc>
              <a:spcBef>
                <a:spcPts val="1000"/>
              </a:spcBef>
              <a:spcAft>
                <a:spcPts val="600"/>
              </a:spcAft>
              <a:buNone/>
            </a:pPr>
            <a:r>
              <a:rPr lang="fr-FR" sz="1400" dirty="0"/>
              <a:t>L’application facilite la communication entre voyageurs par des fonctionnalités sociales intégrées.</a:t>
            </a:r>
          </a:p>
          <a:p>
            <a:pPr marL="0" indent="0">
              <a:lnSpc>
                <a:spcPct val="90000"/>
              </a:lnSpc>
              <a:spcBef>
                <a:spcPts val="2500"/>
              </a:spcBef>
              <a:spcAft>
                <a:spcPts val="600"/>
              </a:spcAft>
              <a:buNone/>
            </a:pPr>
            <a:r>
              <a:rPr lang="fr-FR" sz="1400" b="1" dirty="0"/>
              <a:t>Partage d’itinéraires</a:t>
            </a:r>
          </a:p>
          <a:p>
            <a:pPr marL="0" lvl="1" indent="0">
              <a:lnSpc>
                <a:spcPct val="90000"/>
              </a:lnSpc>
              <a:spcBef>
                <a:spcPts val="1000"/>
              </a:spcBef>
              <a:spcAft>
                <a:spcPts val="600"/>
              </a:spcAft>
              <a:buNone/>
            </a:pPr>
            <a:r>
              <a:rPr lang="fr-FR" sz="1400" dirty="0"/>
              <a:t>Les utilisateurs peuvent partager leurs parcours pour aider la communauté à découvrir de nouveaux lieux.</a:t>
            </a:r>
          </a:p>
          <a:p>
            <a:endParaRPr lang="fr-FR" dirty="0"/>
          </a:p>
          <a:p>
            <a:r>
              <a:rPr lang="fr-FR" dirty="0"/>
              <a:t>
Source de l’image : bibliothèque de contenu Microsoft 365
</a:t>
            </a:r>
          </a:p>
        </p:txBody>
      </p:sp>
      <p:sp>
        <p:nvSpPr>
          <p:cNvPr id="4" name="Espace réservé du numéro de diapositive 3"/>
          <p:cNvSpPr>
            <a:spLocks noGrp="1"/>
          </p:cNvSpPr>
          <p:nvPr>
            <p:ph type="sldNum" sz="quarter" idx="5"/>
          </p:nvPr>
        </p:nvSpPr>
        <p:spPr/>
        <p:txBody>
          <a:bodyPr/>
          <a:lstStyle/>
          <a:p>
            <a:fld id="{5A3C0F2E-7306-4229-84CC-00BAC203E33D}" type="slidenum">
              <a:rPr lang="fr-FR" smtClean="0"/>
              <a:t>7</a:t>
            </a:fld>
            <a:endParaRPr lang="fr-FR"/>
          </a:p>
        </p:txBody>
      </p:sp>
      <p:sp>
        <p:nvSpPr>
          <p:cNvPr id="5" name="Espace réservé du pied de page 4">
            <a:extLst>
              <a:ext uri="{FF2B5EF4-FFF2-40B4-BE49-F238E27FC236}">
                <a16:creationId xmlns:a16="http://schemas.microsoft.com/office/drawing/2014/main" id="{DFBE2318-51C3-B0DD-15B8-410CBBA8F779}"/>
              </a:ext>
            </a:extLst>
          </p:cNvPr>
          <p:cNvSpPr>
            <a:spLocks noGrp="1"/>
          </p:cNvSpPr>
          <p:nvPr>
            <p:ph type="ftr" sz="quarter" idx="4"/>
          </p:nvPr>
        </p:nvSpPr>
        <p:spPr/>
        <p:txBody>
          <a:bodyPr/>
          <a:lstStyle/>
          <a:p>
            <a:endParaRPr lang="fr-FR"/>
          </a:p>
        </p:txBody>
      </p:sp>
    </p:spTree>
    <p:extLst>
      <p:ext uri="{BB962C8B-B14F-4D97-AF65-F5344CB8AC3E}">
        <p14:creationId xmlns:p14="http://schemas.microsoft.com/office/powerpoint/2010/main" val="10015637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Enfin, examinons les aspects techniques et méthodologiques qui assurent la fiabilité et la qualité de Trips &amp; Roads, notamment son architecture et les méthodes de travail de l’équipe de développement.</a:t>
            </a:r>
          </a:p>
        </p:txBody>
      </p:sp>
      <p:sp>
        <p:nvSpPr>
          <p:cNvPr id="4" name="Espace réservé du numéro de diapositive 3"/>
          <p:cNvSpPr>
            <a:spLocks noGrp="1"/>
          </p:cNvSpPr>
          <p:nvPr>
            <p:ph type="sldNum" sz="quarter" idx="5"/>
          </p:nvPr>
        </p:nvSpPr>
        <p:spPr/>
        <p:txBody>
          <a:bodyPr/>
          <a:lstStyle/>
          <a:p>
            <a:fld id="{5A3C0F2E-7306-4229-84CC-00BAC203E33D}" type="slidenum">
              <a:rPr lang="fr-FR" smtClean="0"/>
              <a:t>8</a:t>
            </a:fld>
            <a:endParaRPr lang="fr-FR"/>
          </a:p>
        </p:txBody>
      </p:sp>
      <p:sp>
        <p:nvSpPr>
          <p:cNvPr id="5" name="Espace réservé du pied de page 4">
            <a:extLst>
              <a:ext uri="{FF2B5EF4-FFF2-40B4-BE49-F238E27FC236}">
                <a16:creationId xmlns:a16="http://schemas.microsoft.com/office/drawing/2014/main" id="{B1D6EC0E-59F3-C01E-B027-9F25C5456B56}"/>
              </a:ext>
            </a:extLst>
          </p:cNvPr>
          <p:cNvSpPr>
            <a:spLocks noGrp="1"/>
          </p:cNvSpPr>
          <p:nvPr>
            <p:ph type="ftr" sz="quarter" idx="4"/>
          </p:nvPr>
        </p:nvSpPr>
        <p:spPr/>
        <p:txBody>
          <a:bodyPr/>
          <a:lstStyle/>
          <a:p>
            <a:endParaRPr lang="fr-FR"/>
          </a:p>
        </p:txBody>
      </p:sp>
    </p:spTree>
    <p:extLst>
      <p:ext uri="{BB962C8B-B14F-4D97-AF65-F5344CB8AC3E}">
        <p14:creationId xmlns:p14="http://schemas.microsoft.com/office/powerpoint/2010/main" val="27180906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indent="0">
              <a:spcBef>
                <a:spcPts val="2500"/>
              </a:spcBef>
              <a:spcAft>
                <a:spcPts val="600"/>
              </a:spcAft>
              <a:buNone/>
            </a:pPr>
            <a:r>
              <a:rPr lang="fr-FR" dirty="0"/>
              <a:t>
---
La sécurité des données utilisateurs est une priorité, avec des protocoles de chiffrement et des mécanismes d’authentification solides. Le code est optimisé pour garantir des performances rapides et une expérience utilisateur fluide.
</a:t>
            </a:r>
            <a:r>
              <a:rPr lang="fr-FR" sz="1400" b="1" dirty="0"/>
              <a:t>Sécurité des données</a:t>
            </a:r>
          </a:p>
          <a:p>
            <a:pPr marL="0" lvl="1" indent="0">
              <a:spcBef>
                <a:spcPts val="1000"/>
              </a:spcBef>
              <a:spcAft>
                <a:spcPts val="600"/>
              </a:spcAft>
              <a:buNone/>
            </a:pPr>
            <a:r>
              <a:rPr lang="fr-FR" sz="1400" dirty="0"/>
              <a:t>Priorité à la protection des données grâce à des protocoles de chiffrement robustes et des mécanismes d’authentification efficaces.</a:t>
            </a:r>
          </a:p>
          <a:p>
            <a:pPr marL="0" indent="0">
              <a:spcBef>
                <a:spcPts val="2500"/>
              </a:spcBef>
              <a:spcAft>
                <a:spcPts val="600"/>
              </a:spcAft>
              <a:buNone/>
            </a:pPr>
            <a:r>
              <a:rPr lang="fr-FR" sz="1400" b="1" dirty="0"/>
              <a:t>Optimisation des performances</a:t>
            </a:r>
          </a:p>
          <a:p>
            <a:pPr marL="0" lvl="1" indent="0">
              <a:spcBef>
                <a:spcPts val="1000"/>
              </a:spcBef>
              <a:spcAft>
                <a:spcPts val="600"/>
              </a:spcAft>
              <a:buNone/>
            </a:pPr>
            <a:r>
              <a:rPr lang="fr-FR" sz="1400" dirty="0"/>
              <a:t>Le code est optimisé pour assurer une exécution rapide et une expérience utilisateur fluide et sans interruption.</a:t>
            </a:r>
          </a:p>
          <a:p>
            <a:pPr marL="0" lvl="1" indent="0">
              <a:spcBef>
                <a:spcPts val="1000"/>
              </a:spcBef>
              <a:spcAft>
                <a:spcPts val="600"/>
              </a:spcAft>
              <a:buNone/>
            </a:pPr>
            <a:endParaRPr lang="fr-FR" sz="1400" dirty="0"/>
          </a:p>
          <a:p>
            <a:pPr marL="0" lvl="1" indent="0">
              <a:spcBef>
                <a:spcPts val="1000"/>
              </a:spcBef>
              <a:spcAft>
                <a:spcPts val="600"/>
              </a:spcAft>
              <a:buNone/>
            </a:pPr>
            <a:r>
              <a:rPr lang="fr-FR" sz="1400" b="1" dirty="0"/>
              <a:t>Sécurité de connexions</a:t>
            </a:r>
          </a:p>
          <a:p>
            <a:pPr marL="0" lvl="1" indent="0">
              <a:spcBef>
                <a:spcPts val="1000"/>
              </a:spcBef>
              <a:spcAft>
                <a:spcPts val="600"/>
              </a:spcAft>
              <a:buNone/>
            </a:pPr>
            <a:r>
              <a:rPr lang="fr-FR" sz="1400" dirty="0"/>
              <a:t>Hachage des mot de passe</a:t>
            </a:r>
          </a:p>
          <a:p>
            <a:pPr marL="0" lvl="1" indent="0">
              <a:spcBef>
                <a:spcPts val="1000"/>
              </a:spcBef>
              <a:spcAft>
                <a:spcPts val="600"/>
              </a:spcAft>
              <a:buNone/>
            </a:pPr>
            <a:r>
              <a:rPr lang="fr-FR" sz="1400" b="1" dirty="0"/>
              <a:t>RGPD</a:t>
            </a:r>
          </a:p>
          <a:p>
            <a:r>
              <a:rPr lang="fr-FR" dirty="0"/>
              <a:t>
Source de l’image : bibliothèque de contenu Microsoft 365
</a:t>
            </a:r>
          </a:p>
        </p:txBody>
      </p:sp>
      <p:sp>
        <p:nvSpPr>
          <p:cNvPr id="4" name="Espace réservé du numéro de diapositive 3"/>
          <p:cNvSpPr>
            <a:spLocks noGrp="1"/>
          </p:cNvSpPr>
          <p:nvPr>
            <p:ph type="sldNum" sz="quarter" idx="5"/>
          </p:nvPr>
        </p:nvSpPr>
        <p:spPr/>
        <p:txBody>
          <a:bodyPr/>
          <a:lstStyle/>
          <a:p>
            <a:fld id="{5A3C0F2E-7306-4229-84CC-00BAC203E33D}" type="slidenum">
              <a:rPr lang="fr-FR" smtClean="0"/>
              <a:t>9</a:t>
            </a:fld>
            <a:endParaRPr lang="fr-FR"/>
          </a:p>
        </p:txBody>
      </p:sp>
      <p:sp>
        <p:nvSpPr>
          <p:cNvPr id="5" name="Espace réservé du pied de page 4">
            <a:extLst>
              <a:ext uri="{FF2B5EF4-FFF2-40B4-BE49-F238E27FC236}">
                <a16:creationId xmlns:a16="http://schemas.microsoft.com/office/drawing/2014/main" id="{B2EC40E5-E595-31CC-4220-1405C148EAC5}"/>
              </a:ext>
            </a:extLst>
          </p:cNvPr>
          <p:cNvSpPr>
            <a:spLocks noGrp="1"/>
          </p:cNvSpPr>
          <p:nvPr>
            <p:ph type="ftr" sz="quarter" idx="4"/>
          </p:nvPr>
        </p:nvSpPr>
        <p:spPr/>
        <p:txBody>
          <a:bodyPr/>
          <a:lstStyle/>
          <a:p>
            <a:endParaRPr lang="fr-FR"/>
          </a:p>
        </p:txBody>
      </p:sp>
    </p:spTree>
    <p:extLst>
      <p:ext uri="{BB962C8B-B14F-4D97-AF65-F5344CB8AC3E}">
        <p14:creationId xmlns:p14="http://schemas.microsoft.com/office/powerpoint/2010/main" val="38714958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indent="0">
              <a:lnSpc>
                <a:spcPct val="90000"/>
              </a:lnSpc>
              <a:spcBef>
                <a:spcPts val="2500"/>
              </a:spcBef>
              <a:spcAft>
                <a:spcPts val="600"/>
              </a:spcAft>
              <a:buNone/>
            </a:pPr>
            <a:r>
              <a:rPr lang="fr-FR" dirty="0"/>
              <a:t>
---
L’application repose sur une architecture MVC robuste, permettant une séparation claire des responsabilités. Les choix technologiques ont été orientés vers la performance, la scalabilité et la maintenabilité du code.
</a:t>
            </a:r>
            <a:r>
              <a:rPr lang="fr-FR" sz="2000" b="1" dirty="0"/>
              <a:t>Maintenabilité du code</a:t>
            </a:r>
          </a:p>
          <a:p>
            <a:pPr marL="0" lvl="1" indent="0">
              <a:lnSpc>
                <a:spcPct val="90000"/>
              </a:lnSpc>
              <a:spcBef>
                <a:spcPts val="1000"/>
              </a:spcBef>
              <a:spcAft>
                <a:spcPts val="600"/>
              </a:spcAft>
              <a:buNone/>
            </a:pPr>
            <a:r>
              <a:rPr lang="fr-FR" sz="2000" dirty="0"/>
              <a:t>La conception facilite les mises à jour et l'évolution du code, assurant une maintenance aisée sur le long terme.</a:t>
            </a:r>
          </a:p>
          <a:p>
            <a:pPr marL="0" lvl="1" indent="0">
              <a:lnSpc>
                <a:spcPct val="90000"/>
              </a:lnSpc>
              <a:spcBef>
                <a:spcPts val="1000"/>
              </a:spcBef>
              <a:spcAft>
                <a:spcPts val="600"/>
              </a:spcAft>
              <a:buNone/>
            </a:pPr>
            <a:endParaRPr lang="fr-FR" sz="2000" dirty="0"/>
          </a:p>
          <a:p>
            <a:r>
              <a:rPr lang="fr-FR" dirty="0"/>
              <a:t>
Source de l’image : bibliothèque de contenu Microsoft 365
</a:t>
            </a:r>
          </a:p>
        </p:txBody>
      </p:sp>
      <p:sp>
        <p:nvSpPr>
          <p:cNvPr id="4" name="Espace réservé du numéro de diapositive 3"/>
          <p:cNvSpPr>
            <a:spLocks noGrp="1"/>
          </p:cNvSpPr>
          <p:nvPr>
            <p:ph type="sldNum" sz="quarter" idx="5"/>
          </p:nvPr>
        </p:nvSpPr>
        <p:spPr/>
        <p:txBody>
          <a:bodyPr/>
          <a:lstStyle/>
          <a:p>
            <a:fld id="{5A3C0F2E-7306-4229-84CC-00BAC203E33D}" type="slidenum">
              <a:rPr lang="fr-FR" smtClean="0"/>
              <a:t>10</a:t>
            </a:fld>
            <a:endParaRPr lang="fr-FR"/>
          </a:p>
        </p:txBody>
      </p:sp>
      <p:sp>
        <p:nvSpPr>
          <p:cNvPr id="5" name="Espace réservé du pied de page 4">
            <a:extLst>
              <a:ext uri="{FF2B5EF4-FFF2-40B4-BE49-F238E27FC236}">
                <a16:creationId xmlns:a16="http://schemas.microsoft.com/office/drawing/2014/main" id="{DE6C3C6F-C109-3459-0B7F-6B43092EC590}"/>
              </a:ext>
            </a:extLst>
          </p:cNvPr>
          <p:cNvSpPr>
            <a:spLocks noGrp="1"/>
          </p:cNvSpPr>
          <p:nvPr>
            <p:ph type="ftr" sz="quarter" idx="4"/>
          </p:nvPr>
        </p:nvSpPr>
        <p:spPr/>
        <p:txBody>
          <a:bodyPr/>
          <a:lstStyle/>
          <a:p>
            <a:endParaRPr lang="fr-FR"/>
          </a:p>
        </p:txBody>
      </p:sp>
    </p:spTree>
    <p:extLst>
      <p:ext uri="{BB962C8B-B14F-4D97-AF65-F5344CB8AC3E}">
        <p14:creationId xmlns:p14="http://schemas.microsoft.com/office/powerpoint/2010/main" val="31761409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01F3BC-F28F-36EF-F60C-2E37AD64131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AF867A6-0C81-CDE8-C90F-888C7CF1A7F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522869A8-B2C1-0C3F-5AAC-EFD20C81F6A3}"/>
              </a:ext>
            </a:extLst>
          </p:cNvPr>
          <p:cNvSpPr>
            <a:spLocks noGrp="1"/>
          </p:cNvSpPr>
          <p:nvPr>
            <p:ph type="body" idx="1"/>
          </p:nvPr>
        </p:nvSpPr>
        <p:spPr/>
        <p:txBody>
          <a:bodyPr/>
          <a:lstStyle/>
          <a:p>
            <a:r>
              <a:rPr lang="fr-FR"/>
              <a:t>Enfin, examinons les aspects techniques et méthodologiques qui assurent la fiabilité et la qualité de Trips &amp; Roads, notamment son architecture et les méthodes de travail de l’équipe de développement.</a:t>
            </a:r>
          </a:p>
        </p:txBody>
      </p:sp>
      <p:sp>
        <p:nvSpPr>
          <p:cNvPr id="4" name="Espace réservé du numéro de diapositive 3">
            <a:extLst>
              <a:ext uri="{FF2B5EF4-FFF2-40B4-BE49-F238E27FC236}">
                <a16:creationId xmlns:a16="http://schemas.microsoft.com/office/drawing/2014/main" id="{559DED03-1ECA-062F-5B4B-0D1E1BEA9528}"/>
              </a:ext>
            </a:extLst>
          </p:cNvPr>
          <p:cNvSpPr>
            <a:spLocks noGrp="1"/>
          </p:cNvSpPr>
          <p:nvPr>
            <p:ph type="sldNum" sz="quarter" idx="5"/>
          </p:nvPr>
        </p:nvSpPr>
        <p:spPr/>
        <p:txBody>
          <a:bodyPr/>
          <a:lstStyle/>
          <a:p>
            <a:fld id="{5A3C0F2E-7306-4229-84CC-00BAC203E33D}" type="slidenum">
              <a:rPr lang="fr-FR" smtClean="0"/>
              <a:t>12</a:t>
            </a:fld>
            <a:endParaRPr lang="fr-FR"/>
          </a:p>
        </p:txBody>
      </p:sp>
      <p:sp>
        <p:nvSpPr>
          <p:cNvPr id="5" name="Espace réservé du pied de page 4">
            <a:extLst>
              <a:ext uri="{FF2B5EF4-FFF2-40B4-BE49-F238E27FC236}">
                <a16:creationId xmlns:a16="http://schemas.microsoft.com/office/drawing/2014/main" id="{B2F40741-42A1-AFA2-929B-390EE3CCCD21}"/>
              </a:ext>
            </a:extLst>
          </p:cNvPr>
          <p:cNvSpPr>
            <a:spLocks noGrp="1"/>
          </p:cNvSpPr>
          <p:nvPr>
            <p:ph type="ftr" sz="quarter" idx="4"/>
          </p:nvPr>
        </p:nvSpPr>
        <p:spPr/>
        <p:txBody>
          <a:bodyPr/>
          <a:lstStyle/>
          <a:p>
            <a:endParaRPr lang="fr-FR"/>
          </a:p>
        </p:txBody>
      </p:sp>
    </p:spTree>
    <p:extLst>
      <p:ext uri="{BB962C8B-B14F-4D97-AF65-F5344CB8AC3E}">
        <p14:creationId xmlns:p14="http://schemas.microsoft.com/office/powerpoint/2010/main" val="7686388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F7744-18C9-5E27-A510-04E9F1B0520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E6C6412-6544-7F4D-4DB2-8EDF98691E3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3F00821-565F-CFF5-4858-EC2CC112B2CE}"/>
              </a:ext>
            </a:extLst>
          </p:cNvPr>
          <p:cNvSpPr>
            <a:spLocks noGrp="1"/>
          </p:cNvSpPr>
          <p:nvPr>
            <p:ph type="body" idx="1"/>
          </p:nvPr>
        </p:nvSpPr>
        <p:spPr/>
        <p:txBody>
          <a:bodyPr/>
          <a:lstStyle/>
          <a:p>
            <a:r>
              <a:rPr lang="fr-FR"/>
              <a:t>Enfin, examinons les aspects techniques et méthodologiques qui assurent la fiabilité et la qualité de Trips &amp; Roads, notamment son architecture et les méthodes de travail de l’équipe de développement.</a:t>
            </a:r>
          </a:p>
        </p:txBody>
      </p:sp>
      <p:sp>
        <p:nvSpPr>
          <p:cNvPr id="4" name="Espace réservé du numéro de diapositive 3">
            <a:extLst>
              <a:ext uri="{FF2B5EF4-FFF2-40B4-BE49-F238E27FC236}">
                <a16:creationId xmlns:a16="http://schemas.microsoft.com/office/drawing/2014/main" id="{2FF3B580-A77C-EA65-03E9-9B1844A58193}"/>
              </a:ext>
            </a:extLst>
          </p:cNvPr>
          <p:cNvSpPr>
            <a:spLocks noGrp="1"/>
          </p:cNvSpPr>
          <p:nvPr>
            <p:ph type="sldNum" sz="quarter" idx="5"/>
          </p:nvPr>
        </p:nvSpPr>
        <p:spPr/>
        <p:txBody>
          <a:bodyPr/>
          <a:lstStyle/>
          <a:p>
            <a:fld id="{5A3C0F2E-7306-4229-84CC-00BAC203E33D}" type="slidenum">
              <a:rPr lang="fr-FR" smtClean="0"/>
              <a:t>14</a:t>
            </a:fld>
            <a:endParaRPr lang="fr-FR"/>
          </a:p>
        </p:txBody>
      </p:sp>
      <p:sp>
        <p:nvSpPr>
          <p:cNvPr id="5" name="Espace réservé du pied de page 4">
            <a:extLst>
              <a:ext uri="{FF2B5EF4-FFF2-40B4-BE49-F238E27FC236}">
                <a16:creationId xmlns:a16="http://schemas.microsoft.com/office/drawing/2014/main" id="{54430445-F67C-C7E0-AD2F-2EC0A2577CAA}"/>
              </a:ext>
            </a:extLst>
          </p:cNvPr>
          <p:cNvSpPr>
            <a:spLocks noGrp="1"/>
          </p:cNvSpPr>
          <p:nvPr>
            <p:ph type="ftr" sz="quarter" idx="4"/>
          </p:nvPr>
        </p:nvSpPr>
        <p:spPr/>
        <p:txBody>
          <a:bodyPr/>
          <a:lstStyle/>
          <a:p>
            <a:endParaRPr lang="fr-FR"/>
          </a:p>
        </p:txBody>
      </p:sp>
    </p:spTree>
    <p:extLst>
      <p:ext uri="{BB962C8B-B14F-4D97-AF65-F5344CB8AC3E}">
        <p14:creationId xmlns:p14="http://schemas.microsoft.com/office/powerpoint/2010/main" val="15506002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5A3C0F2E-7306-4229-84CC-00BAC203E33D}" type="slidenum">
              <a:rPr lang="fr-FR" smtClean="0"/>
              <a:t>15</a:t>
            </a:fld>
            <a:endParaRPr lang="fr-FR"/>
          </a:p>
        </p:txBody>
      </p:sp>
      <p:sp>
        <p:nvSpPr>
          <p:cNvPr id="5" name="Espace réservé du pied de page 4">
            <a:extLst>
              <a:ext uri="{FF2B5EF4-FFF2-40B4-BE49-F238E27FC236}">
                <a16:creationId xmlns:a16="http://schemas.microsoft.com/office/drawing/2014/main" id="{0AE0D8DA-8C21-A79F-4910-7C03FE771ED2}"/>
              </a:ext>
            </a:extLst>
          </p:cNvPr>
          <p:cNvSpPr>
            <a:spLocks noGrp="1"/>
          </p:cNvSpPr>
          <p:nvPr>
            <p:ph type="ftr" sz="quarter" idx="4"/>
          </p:nvPr>
        </p:nvSpPr>
        <p:spPr/>
        <p:txBody>
          <a:bodyPr/>
          <a:lstStyle/>
          <a:p>
            <a:endParaRPr lang="fr-FR"/>
          </a:p>
        </p:txBody>
      </p:sp>
    </p:spTree>
    <p:extLst>
      <p:ext uri="{BB962C8B-B14F-4D97-AF65-F5344CB8AC3E}">
        <p14:creationId xmlns:p14="http://schemas.microsoft.com/office/powerpoint/2010/main" val="5082291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38912"/>
            <a:ext cx="9317736" cy="4453128"/>
          </a:xfrm>
        </p:spPr>
        <p:txBody>
          <a:bodyPr anchor="t">
            <a:normAutofit/>
          </a:bodyPr>
          <a:lstStyle>
            <a:lvl1pPr algn="l">
              <a:defRPr sz="96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965192"/>
            <a:ext cx="5431536" cy="1289304"/>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3BD3F3C5-5C4C-4302-935F-BFBB069920C0}" type="datetime1">
              <a:rPr lang="en-US" smtClean="0"/>
              <a:t>4/2/2026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‹N°›</a:t>
            </a:fld>
            <a:endParaRPr lang="en-US" dirty="0"/>
          </a:p>
        </p:txBody>
      </p:sp>
    </p:spTree>
    <p:extLst>
      <p:ext uri="{BB962C8B-B14F-4D97-AF65-F5344CB8AC3E}">
        <p14:creationId xmlns:p14="http://schemas.microsoft.com/office/powerpoint/2010/main" val="72072095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408176" y="1536192"/>
            <a:ext cx="9171432" cy="2615184"/>
          </a:xfrm>
        </p:spPr>
        <p:txBody>
          <a:bodyPr anchor="ctr">
            <a:normAutofit/>
          </a:bodyPr>
          <a:lstStyle>
            <a:lvl1pPr algn="ctr">
              <a:defRPr sz="54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408176" y="4427554"/>
            <a:ext cx="9171432" cy="1143000"/>
          </a:xfrm>
        </p:spPr>
        <p:txBody>
          <a:bodyPr anchor="t">
            <a:normAutofit/>
          </a:bodyPr>
          <a:lstStyle>
            <a:lvl1pPr marL="0" indent="0" algn="ctr">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B0E21E88-C58C-47D1-BCEC-67C3BB7CCA5C}" type="datetime1">
              <a:rPr lang="en-US" smtClean="0"/>
              <a:t>4/2/2026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‹N°›</a:t>
            </a:fld>
            <a:endParaRPr lang="en-US" dirty="0"/>
          </a:p>
        </p:txBody>
      </p:sp>
    </p:spTree>
    <p:extLst>
      <p:ext uri="{BB962C8B-B14F-4D97-AF65-F5344CB8AC3E}">
        <p14:creationId xmlns:p14="http://schemas.microsoft.com/office/powerpoint/2010/main" val="275714597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38912"/>
            <a:ext cx="11494008" cy="4654296"/>
          </a:xfrm>
        </p:spPr>
        <p:txBody>
          <a:bodyPr anchor="t">
            <a:normAutofit/>
          </a:bodyPr>
          <a:lstStyle>
            <a:lvl1pPr algn="l">
              <a:defRPr sz="125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5093208"/>
            <a:ext cx="5669280" cy="1161288"/>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1C34337A-9482-4CC8-8FC5-1C93DF350A11}" type="datetime1">
              <a:rPr lang="en-US" smtClean="0"/>
              <a:t>4/2/2026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‹N°›</a:t>
            </a:fld>
            <a:endParaRPr lang="en-US" dirty="0"/>
          </a:p>
        </p:txBody>
      </p:sp>
    </p:spTree>
    <p:extLst>
      <p:ext uri="{BB962C8B-B14F-4D97-AF65-F5344CB8AC3E}">
        <p14:creationId xmlns:p14="http://schemas.microsoft.com/office/powerpoint/2010/main" val="384335668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Photo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5276088"/>
            <a:ext cx="11347704" cy="786384"/>
          </a:xfrm>
        </p:spPr>
        <p:txBody>
          <a:bodyPr anchor="b">
            <a:normAutofit/>
          </a:bodyPr>
          <a:lstStyle>
            <a:lvl1pPr algn="l">
              <a:defRPr sz="44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5980176"/>
            <a:ext cx="11347704" cy="530352"/>
          </a:xfrm>
        </p:spPr>
        <p:txBody>
          <a:bodyPr anchor="t">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8" name="Picture Placeholder 6">
            <a:extLst>
              <a:ext uri="{FF2B5EF4-FFF2-40B4-BE49-F238E27FC236}">
                <a16:creationId xmlns:a16="http://schemas.microsoft.com/office/drawing/2014/main" id="{F9A648C8-0436-6FAF-8B52-BA15EFB5F90C}"/>
              </a:ext>
            </a:extLst>
          </p:cNvPr>
          <p:cNvSpPr>
            <a:spLocks noGrp="1"/>
          </p:cNvSpPr>
          <p:nvPr>
            <p:ph type="pic" sz="quarter" idx="13"/>
          </p:nvPr>
        </p:nvSpPr>
        <p:spPr>
          <a:xfrm>
            <a:off x="342901" y="343038"/>
            <a:ext cx="11506200" cy="4792766"/>
          </a:xfrm>
          <a:custGeom>
            <a:avLst/>
            <a:gdLst>
              <a:gd name="connsiteX0" fmla="*/ 292023 w 11506200"/>
              <a:gd name="connsiteY0" fmla="*/ 0 h 4792766"/>
              <a:gd name="connsiteX1" fmla="*/ 11214177 w 11506200"/>
              <a:gd name="connsiteY1" fmla="*/ 0 h 4792766"/>
              <a:gd name="connsiteX2" fmla="*/ 11506200 w 11506200"/>
              <a:gd name="connsiteY2" fmla="*/ 292023 h 4792766"/>
              <a:gd name="connsiteX3" fmla="*/ 11506200 w 11506200"/>
              <a:gd name="connsiteY3" fmla="*/ 4500743 h 4792766"/>
              <a:gd name="connsiteX4" fmla="*/ 11214177 w 11506200"/>
              <a:gd name="connsiteY4" fmla="*/ 4792766 h 4792766"/>
              <a:gd name="connsiteX5" fmla="*/ 292023 w 11506200"/>
              <a:gd name="connsiteY5" fmla="*/ 4792766 h 4792766"/>
              <a:gd name="connsiteX6" fmla="*/ 0 w 11506200"/>
              <a:gd name="connsiteY6" fmla="*/ 4500743 h 4792766"/>
              <a:gd name="connsiteX7" fmla="*/ 0 w 11506200"/>
              <a:gd name="connsiteY7" fmla="*/ 292023 h 4792766"/>
              <a:gd name="connsiteX8" fmla="*/ 292023 w 11506200"/>
              <a:gd name="connsiteY8" fmla="*/ 0 h 479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506200" h="4792766">
                <a:moveTo>
                  <a:pt x="292023" y="0"/>
                </a:moveTo>
                <a:lnTo>
                  <a:pt x="11214177" y="0"/>
                </a:lnTo>
                <a:cubicBezTo>
                  <a:pt x="11375457" y="0"/>
                  <a:pt x="11506200" y="130743"/>
                  <a:pt x="11506200" y="292023"/>
                </a:cubicBezTo>
                <a:lnTo>
                  <a:pt x="11506200" y="4500743"/>
                </a:lnTo>
                <a:cubicBezTo>
                  <a:pt x="11506200" y="4662023"/>
                  <a:pt x="11375457" y="4792766"/>
                  <a:pt x="11214177" y="4792766"/>
                </a:cubicBezTo>
                <a:lnTo>
                  <a:pt x="292023" y="4792766"/>
                </a:lnTo>
                <a:cubicBezTo>
                  <a:pt x="130743" y="4792766"/>
                  <a:pt x="0" y="4662023"/>
                  <a:pt x="0" y="4500743"/>
                </a:cubicBezTo>
                <a:lnTo>
                  <a:pt x="0" y="292023"/>
                </a:lnTo>
                <a:cubicBezTo>
                  <a:pt x="0" y="130743"/>
                  <a:pt x="130743" y="0"/>
                  <a:pt x="292023" y="0"/>
                </a:cubicBezTo>
                <a:close/>
              </a:path>
            </a:pathLst>
          </a:custGeom>
          <a:blipFill>
            <a:blip r:embed="rId2"/>
            <a:stretch>
              <a:fillRect/>
            </a:stretch>
          </a:blipFill>
        </p:spPr>
        <p:txBody>
          <a:bodyPr wrap="square">
            <a:noAutofit/>
          </a:body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137160" y="6519672"/>
            <a:ext cx="3494314" cy="365125"/>
          </a:xfrm>
        </p:spPr>
        <p:txBody>
          <a:bodyPr/>
          <a:lstStyle>
            <a:lvl1pPr>
              <a:defRPr>
                <a:solidFill>
                  <a:schemeClr val="tx2"/>
                </a:solidFill>
                <a:effectLst/>
              </a:defRPr>
            </a:lvl1pPr>
          </a:lstStyle>
          <a:p>
            <a:fld id="{CAE44196-2F3A-46E7-AB2B-536B80854BCE}" type="datetime1">
              <a:rPr lang="en-US" smtClean="0"/>
              <a:t>4/2/2026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8876521" y="6519672"/>
            <a:ext cx="2805405" cy="365125"/>
          </a:xfrm>
        </p:spPr>
        <p:txBody>
          <a:bodyPr/>
          <a:lstStyle>
            <a:lvl1pPr>
              <a:defRPr>
                <a:solidFill>
                  <a:schemeClr val="tx2"/>
                </a:solidFill>
                <a:effectLst/>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632162" y="6519672"/>
            <a:ext cx="429207" cy="365125"/>
          </a:xfrm>
        </p:spPr>
        <p:txBody>
          <a:bodyPr/>
          <a:lstStyle>
            <a:lvl1pPr>
              <a:defRPr>
                <a:solidFill>
                  <a:schemeClr val="tx2"/>
                </a:solidFill>
                <a:effectLst/>
              </a:defRPr>
            </a:lvl1pPr>
          </a:lstStyle>
          <a:p>
            <a:fld id="{CC057153-B650-4DEB-B370-79DDCFDCE934}" type="slidenum">
              <a:rPr lang="en-US" smtClean="0"/>
              <a:pPr/>
              <a:t>‹N°›</a:t>
            </a:fld>
            <a:endParaRPr lang="en-US" dirty="0"/>
          </a:p>
        </p:txBody>
      </p:sp>
    </p:spTree>
    <p:extLst>
      <p:ext uri="{BB962C8B-B14F-4D97-AF65-F5344CB8AC3E}">
        <p14:creationId xmlns:p14="http://schemas.microsoft.com/office/powerpoint/2010/main" val="223171699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11480"/>
            <a:ext cx="4590288" cy="3739896"/>
          </a:xfrm>
        </p:spPr>
        <p:txBody>
          <a:bodyPr anchor="t">
            <a:normAutofit/>
          </a:bodyPr>
          <a:lstStyle>
            <a:lvl1pPr algn="l">
              <a:defRPr sz="52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873752"/>
            <a:ext cx="4206240" cy="1380744"/>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8" name="Picture Placeholder 6">
            <a:extLst>
              <a:ext uri="{FF2B5EF4-FFF2-40B4-BE49-F238E27FC236}">
                <a16:creationId xmlns:a16="http://schemas.microsoft.com/office/drawing/2014/main" id="{55FC269D-AA10-2D35-8DD6-33E0E2CC4064}"/>
              </a:ext>
            </a:extLst>
          </p:cNvPr>
          <p:cNvSpPr>
            <a:spLocks noGrp="1"/>
          </p:cNvSpPr>
          <p:nvPr>
            <p:ph type="pic" sz="quarter" idx="13"/>
          </p:nvPr>
        </p:nvSpPr>
        <p:spPr>
          <a:xfrm>
            <a:off x="5591348" y="343038"/>
            <a:ext cx="6257031" cy="5502177"/>
          </a:xfrm>
          <a:custGeom>
            <a:avLst/>
            <a:gdLst>
              <a:gd name="connsiteX0" fmla="*/ 318609 w 6257031"/>
              <a:gd name="connsiteY0" fmla="*/ 0 h 6172200"/>
              <a:gd name="connsiteX1" fmla="*/ 5938422 w 6257031"/>
              <a:gd name="connsiteY1" fmla="*/ 0 h 6172200"/>
              <a:gd name="connsiteX2" fmla="*/ 6257031 w 6257031"/>
              <a:gd name="connsiteY2" fmla="*/ 318609 h 6172200"/>
              <a:gd name="connsiteX3" fmla="*/ 6257031 w 6257031"/>
              <a:gd name="connsiteY3" fmla="*/ 5853591 h 6172200"/>
              <a:gd name="connsiteX4" fmla="*/ 5938422 w 6257031"/>
              <a:gd name="connsiteY4" fmla="*/ 6172200 h 6172200"/>
              <a:gd name="connsiteX5" fmla="*/ 318609 w 6257031"/>
              <a:gd name="connsiteY5" fmla="*/ 6172200 h 6172200"/>
              <a:gd name="connsiteX6" fmla="*/ 0 w 6257031"/>
              <a:gd name="connsiteY6" fmla="*/ 5853591 h 6172200"/>
              <a:gd name="connsiteX7" fmla="*/ 0 w 6257031"/>
              <a:gd name="connsiteY7" fmla="*/ 318609 h 6172200"/>
              <a:gd name="connsiteX8" fmla="*/ 318609 w 6257031"/>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57031" h="6172200">
                <a:moveTo>
                  <a:pt x="318609" y="0"/>
                </a:moveTo>
                <a:lnTo>
                  <a:pt x="5938422" y="0"/>
                </a:lnTo>
                <a:cubicBezTo>
                  <a:pt x="6114385" y="0"/>
                  <a:pt x="6257031" y="142646"/>
                  <a:pt x="6257031" y="318609"/>
                </a:cubicBezTo>
                <a:lnTo>
                  <a:pt x="6257031" y="5853591"/>
                </a:lnTo>
                <a:cubicBezTo>
                  <a:pt x="6257031" y="6029554"/>
                  <a:pt x="6114385" y="6172200"/>
                  <a:pt x="5938422" y="6172200"/>
                </a:cubicBezTo>
                <a:lnTo>
                  <a:pt x="318609" y="6172200"/>
                </a:lnTo>
                <a:cubicBezTo>
                  <a:pt x="142646" y="6172200"/>
                  <a:pt x="0" y="6029554"/>
                  <a:pt x="0" y="5853591"/>
                </a:cubicBezTo>
                <a:lnTo>
                  <a:pt x="0" y="318609"/>
                </a:lnTo>
                <a:cubicBezTo>
                  <a:pt x="0" y="142646"/>
                  <a:pt x="142646" y="0"/>
                  <a:pt x="318609" y="0"/>
                </a:cubicBezTo>
                <a:close/>
              </a:path>
            </a:pathLst>
          </a:custGeom>
          <a:blipFill dpi="0" rotWithShape="1">
            <a:blip r:embed="rId2"/>
            <a:srcRect/>
            <a:stretch>
              <a:fillRect/>
            </a:stretch>
          </a:blipFill>
        </p:spPr>
        <p:txBody>
          <a:bodyPr wrap="square">
            <a:noAutofit/>
          </a:body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3F75E388-D5D6-415D-88C3-FD0B16BBC0C7}" type="datetime1">
              <a:rPr lang="en-US" smtClean="0"/>
              <a:t>4/2/2026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‹N°›</a:t>
            </a:fld>
            <a:endParaRPr lang="en-US" dirty="0"/>
          </a:p>
        </p:txBody>
      </p:sp>
    </p:spTree>
    <p:extLst>
      <p:ext uri="{BB962C8B-B14F-4D97-AF65-F5344CB8AC3E}">
        <p14:creationId xmlns:p14="http://schemas.microsoft.com/office/powerpoint/2010/main" val="233550931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Photo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11480"/>
            <a:ext cx="5330952" cy="3739896"/>
          </a:xfrm>
        </p:spPr>
        <p:txBody>
          <a:bodyPr anchor="t">
            <a:normAutofit/>
          </a:bodyPr>
          <a:lstStyle>
            <a:lvl1pPr algn="l">
              <a:defRPr sz="66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873752"/>
            <a:ext cx="4517136" cy="1380744"/>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23014289-0DA7-40FC-A0B5-88EE7CE34ACB}" type="datetime1">
              <a:rPr lang="en-US" smtClean="0"/>
              <a:t>4/2/2026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‹N°›</a:t>
            </a:fld>
            <a:endParaRPr lang="en-US" dirty="0"/>
          </a:p>
        </p:txBody>
      </p:sp>
      <p:sp>
        <p:nvSpPr>
          <p:cNvPr id="11" name="Picture Placeholder 6">
            <a:extLst>
              <a:ext uri="{FF2B5EF4-FFF2-40B4-BE49-F238E27FC236}">
                <a16:creationId xmlns:a16="http://schemas.microsoft.com/office/drawing/2014/main" id="{8F28510C-0939-D915-FCC8-7D8AD4475782}"/>
              </a:ext>
            </a:extLst>
          </p:cNvPr>
          <p:cNvSpPr>
            <a:spLocks noGrp="1"/>
          </p:cNvSpPr>
          <p:nvPr>
            <p:ph type="pic" sz="quarter" idx="13"/>
          </p:nvPr>
        </p:nvSpPr>
        <p:spPr>
          <a:xfrm>
            <a:off x="6517247" y="342900"/>
            <a:ext cx="5334000" cy="5502315"/>
          </a:xfrm>
          <a:custGeom>
            <a:avLst/>
            <a:gdLst>
              <a:gd name="connsiteX0" fmla="*/ 305905 w 5334000"/>
              <a:gd name="connsiteY0" fmla="*/ 0 h 6172200"/>
              <a:gd name="connsiteX1" fmla="*/ 5028095 w 5334000"/>
              <a:gd name="connsiteY1" fmla="*/ 0 h 6172200"/>
              <a:gd name="connsiteX2" fmla="*/ 5334000 w 5334000"/>
              <a:gd name="connsiteY2" fmla="*/ 305905 h 6172200"/>
              <a:gd name="connsiteX3" fmla="*/ 5334000 w 5334000"/>
              <a:gd name="connsiteY3" fmla="*/ 5866295 h 6172200"/>
              <a:gd name="connsiteX4" fmla="*/ 5028095 w 5334000"/>
              <a:gd name="connsiteY4" fmla="*/ 6172200 h 6172200"/>
              <a:gd name="connsiteX5" fmla="*/ 305905 w 5334000"/>
              <a:gd name="connsiteY5" fmla="*/ 6172200 h 6172200"/>
              <a:gd name="connsiteX6" fmla="*/ 0 w 5334000"/>
              <a:gd name="connsiteY6" fmla="*/ 5866295 h 6172200"/>
              <a:gd name="connsiteX7" fmla="*/ 0 w 5334000"/>
              <a:gd name="connsiteY7" fmla="*/ 305905 h 6172200"/>
              <a:gd name="connsiteX8" fmla="*/ 305905 w 53340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34000" h="6172200">
                <a:moveTo>
                  <a:pt x="305905" y="0"/>
                </a:moveTo>
                <a:lnTo>
                  <a:pt x="5028095" y="0"/>
                </a:lnTo>
                <a:cubicBezTo>
                  <a:pt x="5197042" y="0"/>
                  <a:pt x="5334000" y="136958"/>
                  <a:pt x="5334000" y="305905"/>
                </a:cubicBezTo>
                <a:lnTo>
                  <a:pt x="5334000" y="5866295"/>
                </a:lnTo>
                <a:cubicBezTo>
                  <a:pt x="5334000" y="6035242"/>
                  <a:pt x="5197042" y="6172200"/>
                  <a:pt x="5028095" y="6172200"/>
                </a:cubicBezTo>
                <a:lnTo>
                  <a:pt x="305905" y="6172200"/>
                </a:lnTo>
                <a:cubicBezTo>
                  <a:pt x="136958" y="6172200"/>
                  <a:pt x="0" y="6035242"/>
                  <a:pt x="0" y="5866295"/>
                </a:cubicBezTo>
                <a:lnTo>
                  <a:pt x="0" y="305905"/>
                </a:lnTo>
                <a:cubicBezTo>
                  <a:pt x="0" y="136958"/>
                  <a:pt x="136958" y="0"/>
                  <a:pt x="305905" y="0"/>
                </a:cubicBezTo>
                <a:close/>
              </a:path>
            </a:pathLst>
          </a:custGeom>
          <a:blipFill>
            <a:blip r:embed="rId2"/>
            <a:stretch>
              <a:fillRect/>
            </a:stretch>
          </a:blipFill>
        </p:spPr>
        <p:txBody>
          <a:bodyPr wrap="square">
            <a:noAutofit/>
          </a:bodyPr>
          <a:lstStyle/>
          <a:p>
            <a:endParaRPr lang="en-US" dirty="0"/>
          </a:p>
        </p:txBody>
      </p:sp>
    </p:spTree>
    <p:extLst>
      <p:ext uri="{BB962C8B-B14F-4D97-AF65-F5344CB8AC3E}">
        <p14:creationId xmlns:p14="http://schemas.microsoft.com/office/powerpoint/2010/main" val="404733532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Photo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269480" y="411480"/>
            <a:ext cx="4361688" cy="3968496"/>
          </a:xfrm>
        </p:spPr>
        <p:txBody>
          <a:bodyPr anchor="t">
            <a:normAutofit/>
          </a:bodyPr>
          <a:lstStyle>
            <a:lvl1pPr algn="l">
              <a:defRPr sz="54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269480" y="4873752"/>
            <a:ext cx="4206240" cy="1380744"/>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8" name="Picture Placeholder 6">
            <a:extLst>
              <a:ext uri="{FF2B5EF4-FFF2-40B4-BE49-F238E27FC236}">
                <a16:creationId xmlns:a16="http://schemas.microsoft.com/office/drawing/2014/main" id="{55FC269D-AA10-2D35-8DD6-33E0E2CC4064}"/>
              </a:ext>
            </a:extLst>
          </p:cNvPr>
          <p:cNvSpPr>
            <a:spLocks noGrp="1"/>
          </p:cNvSpPr>
          <p:nvPr>
            <p:ph type="pic" sz="quarter" idx="13"/>
          </p:nvPr>
        </p:nvSpPr>
        <p:spPr>
          <a:xfrm>
            <a:off x="347472" y="343038"/>
            <a:ext cx="6257031" cy="6172200"/>
          </a:xfrm>
          <a:custGeom>
            <a:avLst/>
            <a:gdLst>
              <a:gd name="connsiteX0" fmla="*/ 318609 w 6257031"/>
              <a:gd name="connsiteY0" fmla="*/ 0 h 6172200"/>
              <a:gd name="connsiteX1" fmla="*/ 5938422 w 6257031"/>
              <a:gd name="connsiteY1" fmla="*/ 0 h 6172200"/>
              <a:gd name="connsiteX2" fmla="*/ 6257031 w 6257031"/>
              <a:gd name="connsiteY2" fmla="*/ 318609 h 6172200"/>
              <a:gd name="connsiteX3" fmla="*/ 6257031 w 6257031"/>
              <a:gd name="connsiteY3" fmla="*/ 5853591 h 6172200"/>
              <a:gd name="connsiteX4" fmla="*/ 5938422 w 6257031"/>
              <a:gd name="connsiteY4" fmla="*/ 6172200 h 6172200"/>
              <a:gd name="connsiteX5" fmla="*/ 318609 w 6257031"/>
              <a:gd name="connsiteY5" fmla="*/ 6172200 h 6172200"/>
              <a:gd name="connsiteX6" fmla="*/ 0 w 6257031"/>
              <a:gd name="connsiteY6" fmla="*/ 5853591 h 6172200"/>
              <a:gd name="connsiteX7" fmla="*/ 0 w 6257031"/>
              <a:gd name="connsiteY7" fmla="*/ 318609 h 6172200"/>
              <a:gd name="connsiteX8" fmla="*/ 318609 w 6257031"/>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57031" h="6172200">
                <a:moveTo>
                  <a:pt x="318609" y="0"/>
                </a:moveTo>
                <a:lnTo>
                  <a:pt x="5938422" y="0"/>
                </a:lnTo>
                <a:cubicBezTo>
                  <a:pt x="6114385" y="0"/>
                  <a:pt x="6257031" y="142646"/>
                  <a:pt x="6257031" y="318609"/>
                </a:cubicBezTo>
                <a:lnTo>
                  <a:pt x="6257031" y="5853591"/>
                </a:lnTo>
                <a:cubicBezTo>
                  <a:pt x="6257031" y="6029554"/>
                  <a:pt x="6114385" y="6172200"/>
                  <a:pt x="5938422" y="6172200"/>
                </a:cubicBezTo>
                <a:lnTo>
                  <a:pt x="318609" y="6172200"/>
                </a:lnTo>
                <a:cubicBezTo>
                  <a:pt x="142646" y="6172200"/>
                  <a:pt x="0" y="6029554"/>
                  <a:pt x="0" y="5853591"/>
                </a:cubicBezTo>
                <a:lnTo>
                  <a:pt x="0" y="318609"/>
                </a:lnTo>
                <a:cubicBezTo>
                  <a:pt x="0" y="142646"/>
                  <a:pt x="142646" y="0"/>
                  <a:pt x="318609" y="0"/>
                </a:cubicBezTo>
                <a:close/>
              </a:path>
            </a:pathLst>
          </a:custGeom>
          <a:blipFill>
            <a:blip r:embed="rId2"/>
            <a:stretch>
              <a:fillRect/>
            </a:stretch>
          </a:blipFill>
        </p:spPr>
        <p:txBody>
          <a:bodyPr wrap="square">
            <a:noAutofit/>
          </a:body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6CC0D557-EEF5-4BB5-A961-4CF7E4A7C0A0}" type="datetime1">
              <a:rPr lang="en-US" smtClean="0"/>
              <a:t>4/2/2026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‹N°›</a:t>
            </a:fld>
            <a:endParaRPr lang="en-US" dirty="0"/>
          </a:p>
        </p:txBody>
      </p:sp>
    </p:spTree>
    <p:extLst>
      <p:ext uri="{BB962C8B-B14F-4D97-AF65-F5344CB8AC3E}">
        <p14:creationId xmlns:p14="http://schemas.microsoft.com/office/powerpoint/2010/main" val="317923005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27A12A6-507C-2714-2F24-09ADE11584C5}"/>
              </a:ext>
            </a:extLst>
          </p:cNvPr>
          <p:cNvSpPr/>
          <p:nvPr userDrawn="1"/>
        </p:nvSpPr>
        <p:spPr>
          <a:xfrm>
            <a:off x="0" y="0"/>
            <a:ext cx="12192000" cy="6858000"/>
          </a:xfrm>
          <a:prstGeom prst="rect">
            <a:avLst/>
          </a:prstGeom>
          <a:solidFill>
            <a:schemeClr val="bg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429768" y="1810512"/>
            <a:ext cx="7772400" cy="4562856"/>
          </a:xfrm>
        </p:spPr>
        <p:txBody>
          <a:bodyPr anchor="b">
            <a:normAutofit/>
          </a:bodyPr>
          <a:lstStyle>
            <a:lvl1pPr>
              <a:defRPr sz="8000">
                <a:solidFill>
                  <a:schemeClr val="tx2"/>
                </a:solidFill>
              </a:defRPr>
            </a:lvl1pPr>
          </a:lstStyle>
          <a:p>
            <a:r>
              <a:rPr lang="en-US"/>
              <a:t>Click to edit Master title style</a:t>
            </a:r>
          </a:p>
        </p:txBody>
      </p:sp>
      <p:sp>
        <p:nvSpPr>
          <p:cNvPr id="3" name="Text Placeholder 2">
            <a:extLst>
              <a:ext uri="{FF2B5EF4-FFF2-40B4-BE49-F238E27FC236}">
                <a16:creationId xmlns:a16="http://schemas.microsoft.com/office/drawing/2014/main" id="{7FDC7299-89AC-DB5B-B75E-E02A0040A62D}"/>
              </a:ext>
            </a:extLst>
          </p:cNvPr>
          <p:cNvSpPr>
            <a:spLocks noGrp="1"/>
          </p:cNvSpPr>
          <p:nvPr>
            <p:ph type="body" idx="1"/>
          </p:nvPr>
        </p:nvSpPr>
        <p:spPr>
          <a:xfrm>
            <a:off x="429768" y="429768"/>
            <a:ext cx="7772400" cy="786384"/>
          </a:xfrm>
        </p:spPr>
        <p:txBody>
          <a:bodyPr>
            <a:normAutofit/>
          </a:bodyPr>
          <a:lstStyle>
            <a:lvl1pPr marL="0" indent="0">
              <a:buNone/>
              <a:defRPr sz="2000">
                <a:solidFill>
                  <a:schemeClr val="tx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p:txBody>
          <a:bodyPr/>
          <a:lstStyle>
            <a:lvl1pPr>
              <a:defRPr>
                <a:solidFill>
                  <a:schemeClr val="tx2"/>
                </a:solidFill>
              </a:defRPr>
            </a:lvl1pPr>
          </a:lstStyle>
          <a:p>
            <a:fld id="{13C280C0-3876-4F44-B09C-9D198BC61D39}" type="datetime1">
              <a:rPr lang="en-US" smtClean="0"/>
              <a:t>4/2/2026</a:t>
            </a:fld>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p:txBody>
          <a:bodyPr/>
          <a:lstStyle>
            <a:lvl1pPr>
              <a:defRPr>
                <a:solidFill>
                  <a:schemeClr val="tx2"/>
                </a:solidFill>
              </a:defRPr>
            </a:lvl1pPr>
          </a:lstStyle>
          <a:p>
            <a:fld id="{84145AC3-CC88-4C8A-A6CE-8D44921B6A23}" type="slidenum">
              <a:rPr lang="en-US" smtClean="0"/>
              <a:pPr/>
              <a:t>‹N°›</a:t>
            </a:fld>
            <a:endParaRPr lang="en-US" dirty="0"/>
          </a:p>
        </p:txBody>
      </p:sp>
      <p:pic>
        <p:nvPicPr>
          <p:cNvPr id="9" name="Image 8" descr="Une image contenant texte, cercle, Graphique, capture d’écran&#10;&#10;Le contenu généré par l’IA peut être incorrect.">
            <a:extLst>
              <a:ext uri="{FF2B5EF4-FFF2-40B4-BE49-F238E27FC236}">
                <a16:creationId xmlns:a16="http://schemas.microsoft.com/office/drawing/2014/main" id="{B90851CD-0AA5-2703-2166-34D9C338A0C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187053" y="5931582"/>
            <a:ext cx="1821084" cy="700691"/>
          </a:xfrm>
          <a:prstGeom prst="rect">
            <a:avLst/>
          </a:prstGeom>
        </p:spPr>
      </p:pic>
    </p:spTree>
    <p:extLst>
      <p:ext uri="{BB962C8B-B14F-4D97-AF65-F5344CB8AC3E}">
        <p14:creationId xmlns:p14="http://schemas.microsoft.com/office/powerpoint/2010/main" val="37981901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secHead" preserve="1">
  <p:cSld name="1_Section Header">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429768" y="1810512"/>
            <a:ext cx="7772400" cy="4562856"/>
          </a:xfrm>
        </p:spPr>
        <p:txBody>
          <a:bodyPr anchor="b">
            <a:normAutofit/>
          </a:bodyPr>
          <a:lstStyle>
            <a:lvl1pPr>
              <a:defRPr sz="8000">
                <a:solidFill>
                  <a:schemeClr val="bg1"/>
                </a:solidFill>
              </a:defRPr>
            </a:lvl1pPr>
          </a:lstStyle>
          <a:p>
            <a:r>
              <a:rPr lang="en-US" dirty="0"/>
              <a:t>Click to edit Master title style</a:t>
            </a:r>
          </a:p>
        </p:txBody>
      </p:sp>
      <p:sp>
        <p:nvSpPr>
          <p:cNvPr id="3" name="Text Placeholder 2">
            <a:extLst>
              <a:ext uri="{FF2B5EF4-FFF2-40B4-BE49-F238E27FC236}">
                <a16:creationId xmlns:a16="http://schemas.microsoft.com/office/drawing/2014/main" id="{7FDC7299-89AC-DB5B-B75E-E02A0040A62D}"/>
              </a:ext>
            </a:extLst>
          </p:cNvPr>
          <p:cNvSpPr>
            <a:spLocks noGrp="1"/>
          </p:cNvSpPr>
          <p:nvPr>
            <p:ph type="body" idx="1"/>
          </p:nvPr>
        </p:nvSpPr>
        <p:spPr>
          <a:xfrm>
            <a:off x="429768" y="429768"/>
            <a:ext cx="7772400" cy="786384"/>
          </a:xfrm>
        </p:spPr>
        <p:txBody>
          <a:bodyPr>
            <a:normAutofit/>
          </a:bodyPr>
          <a:lstStyle>
            <a:lvl1pPr marL="0" indent="0">
              <a:buNone/>
              <a:defRPr sz="2000">
                <a:solidFill>
                  <a:schemeClr val="bg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p:txBody>
          <a:bodyPr/>
          <a:lstStyle>
            <a:lvl1pPr>
              <a:defRPr>
                <a:solidFill>
                  <a:schemeClr val="bg1"/>
                </a:solidFill>
              </a:defRPr>
            </a:lvl1pPr>
          </a:lstStyle>
          <a:p>
            <a:fld id="{39B21C24-7A7D-4DAA-9A4A-6C04F4B66D0C}" type="datetime1">
              <a:rPr lang="en-US" smtClean="0"/>
              <a:t>4/2/2026</a:t>
            </a:fld>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p:txBody>
          <a:bodyPr/>
          <a:lstStyle>
            <a:lvl1pPr>
              <a:defRPr>
                <a:solidFill>
                  <a:schemeClr val="bg1"/>
                </a:solidFill>
              </a:defRPr>
            </a:lvl1pPr>
          </a:lstStyle>
          <a:p>
            <a:r>
              <a:rPr lang="en-US" dirty="0"/>
              <a:t>Sample Footer Text</a:t>
            </a:r>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p:txBody>
          <a:bodyPr/>
          <a:lstStyle>
            <a:lvl1pPr>
              <a:defRPr>
                <a:solidFill>
                  <a:schemeClr val="bg1"/>
                </a:solidFill>
              </a:defRPr>
            </a:lvl1pPr>
          </a:lstStyle>
          <a:p>
            <a:fld id="{84145AC3-CC88-4C8A-A6CE-8D44921B6A23}" type="slidenum">
              <a:rPr lang="en-US" smtClean="0"/>
              <a:pPr/>
              <a:t>‹N°›</a:t>
            </a:fld>
            <a:endParaRPr lang="en-US" dirty="0"/>
          </a:p>
        </p:txBody>
      </p:sp>
    </p:spTree>
    <p:extLst>
      <p:ext uri="{BB962C8B-B14F-4D97-AF65-F5344CB8AC3E}">
        <p14:creationId xmlns:p14="http://schemas.microsoft.com/office/powerpoint/2010/main" val="2083452392"/>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29768" y="411480"/>
            <a:ext cx="11045952" cy="1828800"/>
          </a:xfrm>
        </p:spPr>
        <p:txBody>
          <a:bodyPr anchor="t">
            <a:normAutofit/>
          </a:bodyPr>
          <a:lstStyle>
            <a:lvl1pPr>
              <a:defRPr sz="8000"/>
            </a:lvl1pPr>
          </a:lstStyle>
          <a:p>
            <a:r>
              <a:rPr lang="en-US" dirty="0"/>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72784" y="2423160"/>
            <a:ext cx="5202936" cy="3858768"/>
          </a:xfrm>
        </p:spPr>
        <p:txBody>
          <a:bodyPr vert="horz" lIns="91440" tIns="45720" rIns="91440" bIns="45720" rtlCol="0">
            <a:normAutofit/>
          </a:bodyPr>
          <a:lstStyle>
            <a:lvl1pPr marL="457200" indent="-457200">
              <a:buFont typeface="+mj-lt"/>
              <a:buAutoNum type="arabicPeriod"/>
              <a:defRPr lang="en-US" dirty="0"/>
            </a:lvl1pPr>
            <a:lvl2pPr marL="571500" indent="-342900">
              <a:buFont typeface="+mj-lt"/>
              <a:buAutoNum type="arabicPeriod"/>
              <a:defRPr lang="en-US" dirty="0"/>
            </a:lvl2pPr>
            <a:lvl3pPr marL="800100" indent="-342900">
              <a:buFont typeface="+mj-lt"/>
              <a:buAutoNum type="arabicPeriod"/>
              <a:defRPr lang="en-US" dirty="0"/>
            </a:lvl3pPr>
            <a:lvl4pPr>
              <a:buFont typeface="+mj-lt"/>
              <a:buAutoNum type="arabicPeriod"/>
              <a:defRPr lang="en-US" dirty="0"/>
            </a:lvl4pPr>
            <a:lvl5pPr>
              <a:buFont typeface="+mj-lt"/>
              <a:buAutoNum type="arabicPeriod"/>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D91A0BF8-0FCB-4DB6-8C04-970C267974CA}" type="datetime1">
              <a:rPr lang="en-US" smtClean="0"/>
              <a:t>4/2/2026</a:t>
            </a:fld>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314030459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7644383" y="1012952"/>
            <a:ext cx="4023360" cy="1636776"/>
          </a:xfrm>
        </p:spPr>
        <p:txBody>
          <a:bodyPr anchor="b">
            <a:normAutofit/>
          </a:bodyPr>
          <a:lstStyle>
            <a:lvl1pPr>
              <a:defRPr sz="4800"/>
            </a:lvl1pPr>
          </a:lstStyle>
          <a:p>
            <a:r>
              <a:rPr lang="en-US"/>
              <a:t>Click to edit Master title style</a:t>
            </a:r>
          </a:p>
        </p:txBody>
      </p:sp>
      <p:sp>
        <p:nvSpPr>
          <p:cNvPr id="10" name="Picture Placeholder 7">
            <a:extLst>
              <a:ext uri="{FF2B5EF4-FFF2-40B4-BE49-F238E27FC236}">
                <a16:creationId xmlns:a16="http://schemas.microsoft.com/office/drawing/2014/main" id="{BA22E09C-1954-DBFC-E669-2449D22D2D2E}"/>
              </a:ext>
            </a:extLst>
          </p:cNvPr>
          <p:cNvSpPr>
            <a:spLocks noGrp="1"/>
          </p:cNvSpPr>
          <p:nvPr>
            <p:ph type="pic" sz="quarter" idx="14"/>
          </p:nvPr>
        </p:nvSpPr>
        <p:spPr>
          <a:xfrm>
            <a:off x="342901" y="345109"/>
            <a:ext cx="6714969" cy="6163508"/>
          </a:xfrm>
          <a:custGeom>
            <a:avLst/>
            <a:gdLst>
              <a:gd name="connsiteX0" fmla="*/ 312551 w 6714969"/>
              <a:gd name="connsiteY0" fmla="*/ 0 h 6163508"/>
              <a:gd name="connsiteX1" fmla="*/ 6402418 w 6714969"/>
              <a:gd name="connsiteY1" fmla="*/ 0 h 6163508"/>
              <a:gd name="connsiteX2" fmla="*/ 6714969 w 6714969"/>
              <a:gd name="connsiteY2" fmla="*/ 312551 h 6163508"/>
              <a:gd name="connsiteX3" fmla="*/ 6714969 w 6714969"/>
              <a:gd name="connsiteY3" fmla="*/ 5850957 h 6163508"/>
              <a:gd name="connsiteX4" fmla="*/ 6402418 w 6714969"/>
              <a:gd name="connsiteY4" fmla="*/ 6163508 h 6163508"/>
              <a:gd name="connsiteX5" fmla="*/ 312551 w 6714969"/>
              <a:gd name="connsiteY5" fmla="*/ 6163508 h 6163508"/>
              <a:gd name="connsiteX6" fmla="*/ 0 w 6714969"/>
              <a:gd name="connsiteY6" fmla="*/ 5850957 h 6163508"/>
              <a:gd name="connsiteX7" fmla="*/ 0 w 6714969"/>
              <a:gd name="connsiteY7" fmla="*/ 312551 h 6163508"/>
              <a:gd name="connsiteX8" fmla="*/ 312551 w 6714969"/>
              <a:gd name="connsiteY8" fmla="*/ 0 h 61635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14969" h="6163508">
                <a:moveTo>
                  <a:pt x="312551" y="0"/>
                </a:moveTo>
                <a:lnTo>
                  <a:pt x="6402418" y="0"/>
                </a:lnTo>
                <a:cubicBezTo>
                  <a:pt x="6575035" y="0"/>
                  <a:pt x="6714969" y="139934"/>
                  <a:pt x="6714969" y="312551"/>
                </a:cubicBezTo>
                <a:lnTo>
                  <a:pt x="6714969" y="5850957"/>
                </a:lnTo>
                <a:cubicBezTo>
                  <a:pt x="6714969" y="6023574"/>
                  <a:pt x="6575035" y="6163508"/>
                  <a:pt x="6402418" y="6163508"/>
                </a:cubicBezTo>
                <a:lnTo>
                  <a:pt x="312551" y="6163508"/>
                </a:lnTo>
                <a:cubicBezTo>
                  <a:pt x="139934" y="6163508"/>
                  <a:pt x="0" y="6023574"/>
                  <a:pt x="0" y="5850957"/>
                </a:cubicBezTo>
                <a:lnTo>
                  <a:pt x="0" y="312551"/>
                </a:lnTo>
                <a:cubicBezTo>
                  <a:pt x="0" y="139934"/>
                  <a:pt x="139934" y="0"/>
                  <a:pt x="312551" y="0"/>
                </a:cubicBezTo>
                <a:close/>
              </a:path>
            </a:pathLst>
          </a:custGeom>
          <a:blipFill>
            <a:blip r:embed="rId2"/>
            <a:stretch>
              <a:fillRect/>
            </a:stretch>
          </a:blipFill>
        </p:spPr>
        <p:txBody>
          <a:bodyPr wrap="square">
            <a:noAutofit/>
          </a:bodyPr>
          <a:lstStyle/>
          <a:p>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644384" y="2896616"/>
            <a:ext cx="4023360" cy="3364992"/>
          </a:xfrm>
        </p:spPr>
        <p:txBody>
          <a:bodyPr vert="horz" lIns="91440" tIns="45720" rIns="91440" bIns="45720" rtlCol="0">
            <a:normAutofit/>
          </a:bodyPr>
          <a:lstStyle>
            <a:lvl1pPr marL="342900" indent="-342900">
              <a:buFont typeface="+mj-lt"/>
              <a:buAutoNum type="arabicPeriod"/>
              <a:defRPr lang="en-US" dirty="0"/>
            </a:lvl1pPr>
            <a:lvl2pPr marL="571500" indent="-342900">
              <a:buFont typeface="+mj-lt"/>
              <a:buAutoNum type="arabicPeriod"/>
              <a:defRPr lang="en-US" dirty="0"/>
            </a:lvl2pPr>
            <a:lvl3pPr marL="800100" indent="-342900">
              <a:buFont typeface="+mj-lt"/>
              <a:buAutoNum type="arabicPeriod"/>
              <a:defRPr lang="en-US" dirty="0"/>
            </a:lvl3pPr>
            <a:lvl4pPr>
              <a:buFont typeface="+mj-lt"/>
              <a:buAutoNum type="arabicPeriod"/>
              <a:defRPr lang="en-US" dirty="0"/>
            </a:lvl4pPr>
            <a:lvl5pPr>
              <a:buFont typeface="+mj-lt"/>
              <a:buAutoNum type="arabicPeriod"/>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CEDA16A7-9F21-4DE6-B870-C678B750EA08}" type="datetime1">
              <a:rPr lang="en-US" smtClean="0"/>
              <a:t>4/2/2026</a:t>
            </a:fld>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1747841056"/>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Content 1 (Max)">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7159" y="151598"/>
            <a:ext cx="11924209" cy="528186"/>
          </a:xfrm>
        </p:spPr>
        <p:txBody>
          <a:bodyPr anchor="ctr">
            <a:normAutofit/>
          </a:bodyPr>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37159" y="776036"/>
            <a:ext cx="11924209" cy="56769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847D859-C75C-4B5D-8928-C4A788801519}" type="datetime1">
              <a:rPr lang="en-US" smtClean="0"/>
              <a:t>4/2/2026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1069498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Only (Max)">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841248" y="-1325880"/>
            <a:ext cx="10515600" cy="1325880"/>
          </a:xfrm>
        </p:spPr>
        <p:txBody>
          <a:bodyPr anchor="b">
            <a:normAutofit/>
          </a:bodyPr>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37159" y="329450"/>
            <a:ext cx="11924209" cy="6199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C9A001FB-E0E3-4945-9B4F-9BF20D71FA0F}" type="datetime1">
              <a:rPr lang="en-US" smtClean="0"/>
              <a:t>4/2/2026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8568045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7" y="640080"/>
            <a:ext cx="11328845" cy="740664"/>
          </a:xfrm>
        </p:spPr>
        <p:txBody>
          <a:bodyPr anchor="t"/>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429768" y="1380744"/>
            <a:ext cx="11328844" cy="49011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4E62DB36-F11F-4A81-87A8-DB06F951B5D5}" type="datetime1">
              <a:rPr lang="en-US" smtClean="0"/>
              <a:t>4/2/2026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371774678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14984" y="2478024"/>
            <a:ext cx="4325112" cy="2454796"/>
          </a:xfrm>
        </p:spPr>
        <p:txBody>
          <a:bodyPr anchor="t">
            <a:normAutofit/>
          </a:bodyPr>
          <a:lstStyle>
            <a:lvl1pPr>
              <a:defRPr sz="4400"/>
            </a:lvl1pPr>
          </a:lstStyle>
          <a:p>
            <a:r>
              <a:rPr lang="en-US"/>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273800" y="2478024"/>
            <a:ext cx="4325112" cy="2459736"/>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FB34D111-F41F-4B41-8AA0-794FC5AFDA49}" type="datetime1">
              <a:rPr lang="en-US" smtClean="0"/>
              <a:t>4/2/2026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12313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14984" y="2039112"/>
            <a:ext cx="3813048" cy="353872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422392" y="2039112"/>
            <a:ext cx="5047488" cy="3538728"/>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AB22D8DE-6250-416A-9B20-E17F7D274802}" type="datetime1">
              <a:rPr lang="en-US" smtClean="0"/>
              <a:t>4/2/2026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209661555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1600200"/>
            <a:ext cx="4142232" cy="463600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422392" y="1600200"/>
            <a:ext cx="5788152" cy="463600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C465DE7-34D1-4C9C-9343-D358DDEF52D2}" type="datetime1">
              <a:rPr lang="en-US" smtClean="0"/>
              <a:t>4/2/2026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34295083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640080"/>
            <a:ext cx="4032504" cy="3621024"/>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422392" y="640080"/>
            <a:ext cx="5971032" cy="572414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07F0AF32-A3D5-4EB7-9ECC-4166B157E150}" type="datetime1">
              <a:rPr lang="en-US" smtClean="0"/>
              <a:t>4/2/2026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6887964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640080"/>
            <a:ext cx="3493008" cy="3621024"/>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425696" y="640080"/>
            <a:ext cx="7159752" cy="5719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79DD476B-B354-4B29-A3D4-8AEF8E14EF7B}" type="datetime1">
              <a:rPr lang="en-US" smtClean="0"/>
              <a:t>4/2/2026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46987515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550408" y="548640"/>
            <a:ext cx="6035040" cy="1143000"/>
          </a:xfrm>
        </p:spPr>
        <p:txBody>
          <a:bodyPr anchor="b"/>
          <a:lstStyle/>
          <a:p>
            <a:r>
              <a:rPr lang="en-US"/>
              <a:t>Click to edit Master title style</a:t>
            </a:r>
          </a:p>
        </p:txBody>
      </p:sp>
      <p:sp>
        <p:nvSpPr>
          <p:cNvPr id="4" name="Picture Placeholder 3">
            <a:extLst>
              <a:ext uri="{FF2B5EF4-FFF2-40B4-BE49-F238E27FC236}">
                <a16:creationId xmlns:a16="http://schemas.microsoft.com/office/drawing/2014/main" id="{EF226A48-373B-47E6-1E90-9892366CC9F0}"/>
              </a:ext>
            </a:extLst>
          </p:cNvPr>
          <p:cNvSpPr>
            <a:spLocks noGrp="1"/>
          </p:cNvSpPr>
          <p:nvPr>
            <p:ph type="pic" sz="quarter" idx="13"/>
          </p:nvPr>
        </p:nvSpPr>
        <p:spPr>
          <a:xfrm>
            <a:off x="342900" y="342900"/>
            <a:ext cx="4501152" cy="6172200"/>
          </a:xfrm>
          <a:custGeom>
            <a:avLst/>
            <a:gdLst>
              <a:gd name="connsiteX0" fmla="*/ 332635 w 4501152"/>
              <a:gd name="connsiteY0" fmla="*/ 0 h 6172200"/>
              <a:gd name="connsiteX1" fmla="*/ 4168517 w 4501152"/>
              <a:gd name="connsiteY1" fmla="*/ 0 h 6172200"/>
              <a:gd name="connsiteX2" fmla="*/ 4501152 w 4501152"/>
              <a:gd name="connsiteY2" fmla="*/ 331423 h 6172200"/>
              <a:gd name="connsiteX3" fmla="*/ 4501152 w 4501152"/>
              <a:gd name="connsiteY3" fmla="*/ 5840778 h 6172200"/>
              <a:gd name="connsiteX4" fmla="*/ 4168517 w 4501152"/>
              <a:gd name="connsiteY4" fmla="*/ 6172200 h 6172200"/>
              <a:gd name="connsiteX5" fmla="*/ 332635 w 4501152"/>
              <a:gd name="connsiteY5" fmla="*/ 6172200 h 6172200"/>
              <a:gd name="connsiteX6" fmla="*/ 0 w 4501152"/>
              <a:gd name="connsiteY6" fmla="*/ 5840778 h 6172200"/>
              <a:gd name="connsiteX7" fmla="*/ 0 w 4501152"/>
              <a:gd name="connsiteY7" fmla="*/ 331423 h 6172200"/>
              <a:gd name="connsiteX8" fmla="*/ 332635 w 4501152"/>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01152" h="6172200">
                <a:moveTo>
                  <a:pt x="332635" y="0"/>
                </a:moveTo>
                <a:lnTo>
                  <a:pt x="4168517" y="0"/>
                </a:lnTo>
                <a:cubicBezTo>
                  <a:pt x="4352226" y="0"/>
                  <a:pt x="4501152" y="148383"/>
                  <a:pt x="4501152" y="331423"/>
                </a:cubicBezTo>
                <a:lnTo>
                  <a:pt x="4501152" y="5840778"/>
                </a:lnTo>
                <a:cubicBezTo>
                  <a:pt x="4501152" y="6023817"/>
                  <a:pt x="4352226" y="6172200"/>
                  <a:pt x="4168517" y="6172200"/>
                </a:cubicBezTo>
                <a:lnTo>
                  <a:pt x="332635" y="6172200"/>
                </a:lnTo>
                <a:cubicBezTo>
                  <a:pt x="148926" y="6172200"/>
                  <a:pt x="0" y="6023817"/>
                  <a:pt x="0" y="5840778"/>
                </a:cubicBezTo>
                <a:lnTo>
                  <a:pt x="0" y="331423"/>
                </a:lnTo>
                <a:cubicBezTo>
                  <a:pt x="0" y="148383"/>
                  <a:pt x="148926" y="0"/>
                  <a:pt x="332635"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550408" y="1828800"/>
            <a:ext cx="6035040" cy="44897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30BA9519-0521-4C4C-A5C2-6BCFE39ACEE0}" type="datetime1">
              <a:rPr lang="en-US" smtClean="0"/>
              <a:t>4/2/2026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7410442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48640"/>
            <a:ext cx="6135624" cy="1143000"/>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29768" y="1828800"/>
            <a:ext cx="6135624" cy="4489704"/>
          </a:xfrm>
        </p:spPr>
        <p:txBody>
          <a:bodyPr/>
          <a:lstStyle>
            <a:lvl1pPr marL="0" indent="0">
              <a:buNone/>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63B4EA8-DB83-456E-9804-4BEFB56F9B17}" type="datetime1">
              <a:rPr lang="en-US" smtClean="0"/>
              <a:t>4/2/2026</a:t>
            </a:fld>
            <a:endParaRPr lang="en-US" dirty="0"/>
          </a:p>
        </p:txBody>
      </p:sp>
      <p:sp>
        <p:nvSpPr>
          <p:cNvPr id="4" name="Picture Placeholder 3">
            <a:extLst>
              <a:ext uri="{FF2B5EF4-FFF2-40B4-BE49-F238E27FC236}">
                <a16:creationId xmlns:a16="http://schemas.microsoft.com/office/drawing/2014/main" id="{7F11DC52-D1FD-A255-1A04-7A15A9DE3C8F}"/>
              </a:ext>
            </a:extLst>
          </p:cNvPr>
          <p:cNvSpPr>
            <a:spLocks noGrp="1"/>
          </p:cNvSpPr>
          <p:nvPr>
            <p:ph type="pic" sz="quarter" idx="13"/>
          </p:nvPr>
        </p:nvSpPr>
        <p:spPr>
          <a:xfrm>
            <a:off x="7353304" y="352327"/>
            <a:ext cx="4495799" cy="6172200"/>
          </a:xfrm>
          <a:custGeom>
            <a:avLst/>
            <a:gdLst>
              <a:gd name="connsiteX0" fmla="*/ 293171 w 4495799"/>
              <a:gd name="connsiteY0" fmla="*/ 0 h 6172200"/>
              <a:gd name="connsiteX1" fmla="*/ 4202628 w 4495799"/>
              <a:gd name="connsiteY1" fmla="*/ 0 h 6172200"/>
              <a:gd name="connsiteX2" fmla="*/ 4495799 w 4495799"/>
              <a:gd name="connsiteY2" fmla="*/ 293171 h 6172200"/>
              <a:gd name="connsiteX3" fmla="*/ 4495799 w 4495799"/>
              <a:gd name="connsiteY3" fmla="*/ 5879029 h 6172200"/>
              <a:gd name="connsiteX4" fmla="*/ 4202628 w 4495799"/>
              <a:gd name="connsiteY4" fmla="*/ 6172200 h 6172200"/>
              <a:gd name="connsiteX5" fmla="*/ 293171 w 4495799"/>
              <a:gd name="connsiteY5" fmla="*/ 6172200 h 6172200"/>
              <a:gd name="connsiteX6" fmla="*/ 0 w 4495799"/>
              <a:gd name="connsiteY6" fmla="*/ 5879029 h 6172200"/>
              <a:gd name="connsiteX7" fmla="*/ 0 w 4495799"/>
              <a:gd name="connsiteY7" fmla="*/ 293171 h 6172200"/>
              <a:gd name="connsiteX8" fmla="*/ 293171 w 4495799"/>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95799" h="6172200">
                <a:moveTo>
                  <a:pt x="293171" y="0"/>
                </a:moveTo>
                <a:lnTo>
                  <a:pt x="4202628" y="0"/>
                </a:lnTo>
                <a:cubicBezTo>
                  <a:pt x="4364542" y="0"/>
                  <a:pt x="4495799" y="131257"/>
                  <a:pt x="4495799" y="293171"/>
                </a:cubicBezTo>
                <a:lnTo>
                  <a:pt x="4495799" y="5879029"/>
                </a:lnTo>
                <a:cubicBezTo>
                  <a:pt x="4495799" y="6040943"/>
                  <a:pt x="4364542" y="6172200"/>
                  <a:pt x="4202628" y="6172200"/>
                </a:cubicBezTo>
                <a:lnTo>
                  <a:pt x="293171" y="6172200"/>
                </a:lnTo>
                <a:cubicBezTo>
                  <a:pt x="131257" y="6172200"/>
                  <a:pt x="0" y="6040943"/>
                  <a:pt x="0" y="5879029"/>
                </a:cubicBezTo>
                <a:lnTo>
                  <a:pt x="0" y="293171"/>
                </a:lnTo>
                <a:cubicBezTo>
                  <a:pt x="0" y="131257"/>
                  <a:pt x="131257" y="0"/>
                  <a:pt x="293171" y="0"/>
                </a:cubicBezTo>
                <a:close/>
              </a:path>
            </a:pathLst>
          </a:custGeom>
          <a:blipFill>
            <a:blip r:embed="rId2"/>
            <a:stretch>
              <a:fillRect/>
            </a:stretch>
          </a:blipFill>
        </p:spPr>
        <p:txBody>
          <a:bodyPr wrap="square">
            <a:noAutofit/>
          </a:bodyPr>
          <a:lstStyle/>
          <a:p>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‹N°›</a:t>
            </a:fld>
            <a:endParaRPr lang="en-US" dirty="0"/>
          </a:p>
        </p:txBody>
      </p:sp>
    </p:spTree>
    <p:extLst>
      <p:ext uri="{BB962C8B-B14F-4D97-AF65-F5344CB8AC3E}">
        <p14:creationId xmlns:p14="http://schemas.microsoft.com/office/powerpoint/2010/main" val="7945327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820076" y="320040"/>
            <a:ext cx="6766560" cy="932688"/>
          </a:xfrm>
        </p:spPr>
        <p:txBody>
          <a:bodyPr anchor="b"/>
          <a:lstStyle/>
          <a:p>
            <a:r>
              <a:rPr lang="en-US"/>
              <a:t>Click to edit Master title style</a:t>
            </a:r>
          </a:p>
        </p:txBody>
      </p:sp>
      <p:sp>
        <p:nvSpPr>
          <p:cNvPr id="4" name="Picture Placeholder 3">
            <a:extLst>
              <a:ext uri="{FF2B5EF4-FFF2-40B4-BE49-F238E27FC236}">
                <a16:creationId xmlns:a16="http://schemas.microsoft.com/office/drawing/2014/main" id="{9539F8C7-DD74-7177-C2DA-02533B6576FD}"/>
              </a:ext>
            </a:extLst>
          </p:cNvPr>
          <p:cNvSpPr>
            <a:spLocks noGrp="1"/>
          </p:cNvSpPr>
          <p:nvPr>
            <p:ph type="pic" sz="quarter" idx="13"/>
          </p:nvPr>
        </p:nvSpPr>
        <p:spPr>
          <a:xfrm>
            <a:off x="339373" y="344424"/>
            <a:ext cx="3808553" cy="6172200"/>
          </a:xfrm>
          <a:custGeom>
            <a:avLst/>
            <a:gdLst>
              <a:gd name="connsiteX0" fmla="*/ 292116 w 3808553"/>
              <a:gd name="connsiteY0" fmla="*/ 0 h 6172200"/>
              <a:gd name="connsiteX1" fmla="*/ 3516437 w 3808553"/>
              <a:gd name="connsiteY1" fmla="*/ 0 h 6172200"/>
              <a:gd name="connsiteX2" fmla="*/ 3808553 w 3808553"/>
              <a:gd name="connsiteY2" fmla="*/ 292116 h 6172200"/>
              <a:gd name="connsiteX3" fmla="*/ 3808553 w 3808553"/>
              <a:gd name="connsiteY3" fmla="*/ 5880084 h 6172200"/>
              <a:gd name="connsiteX4" fmla="*/ 3516437 w 3808553"/>
              <a:gd name="connsiteY4" fmla="*/ 6172200 h 6172200"/>
              <a:gd name="connsiteX5" fmla="*/ 292116 w 3808553"/>
              <a:gd name="connsiteY5" fmla="*/ 6172200 h 6172200"/>
              <a:gd name="connsiteX6" fmla="*/ 0 w 3808553"/>
              <a:gd name="connsiteY6" fmla="*/ 5880084 h 6172200"/>
              <a:gd name="connsiteX7" fmla="*/ 0 w 3808553"/>
              <a:gd name="connsiteY7" fmla="*/ 292116 h 6172200"/>
              <a:gd name="connsiteX8" fmla="*/ 292116 w 3808553"/>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08553" h="6172200">
                <a:moveTo>
                  <a:pt x="292116" y="0"/>
                </a:moveTo>
                <a:lnTo>
                  <a:pt x="3516437" y="0"/>
                </a:lnTo>
                <a:cubicBezTo>
                  <a:pt x="3677768" y="0"/>
                  <a:pt x="3808553" y="130785"/>
                  <a:pt x="3808553" y="292116"/>
                </a:cubicBezTo>
                <a:lnTo>
                  <a:pt x="3808553" y="5880084"/>
                </a:lnTo>
                <a:cubicBezTo>
                  <a:pt x="3808553" y="6041415"/>
                  <a:pt x="3677768" y="6172200"/>
                  <a:pt x="3516437" y="6172200"/>
                </a:cubicBezTo>
                <a:lnTo>
                  <a:pt x="292116" y="6172200"/>
                </a:lnTo>
                <a:cubicBezTo>
                  <a:pt x="130785" y="6172200"/>
                  <a:pt x="0" y="6041415"/>
                  <a:pt x="0" y="5880084"/>
                </a:cubicBezTo>
                <a:lnTo>
                  <a:pt x="0" y="292116"/>
                </a:lnTo>
                <a:cubicBezTo>
                  <a:pt x="0" y="130785"/>
                  <a:pt x="130785" y="0"/>
                  <a:pt x="292116"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820076" y="1380744"/>
            <a:ext cx="676656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4A96D518-4680-497C-AECD-F23900B9B0F7}" type="datetime1">
              <a:rPr lang="en-US" smtClean="0"/>
              <a:t>4/2/2026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392866963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Content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320040"/>
            <a:ext cx="6858000" cy="93268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29768" y="1380744"/>
            <a:ext cx="685800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2A53146-3808-4CE3-941B-29FF5A642E37}" type="datetime1">
              <a:rPr lang="en-US" smtClean="0"/>
              <a:t>4/2/2026</a:t>
            </a:fld>
            <a:endParaRPr lang="en-US" dirty="0"/>
          </a:p>
        </p:txBody>
      </p:sp>
      <p:sp>
        <p:nvSpPr>
          <p:cNvPr id="4" name="Picture Placeholder 3">
            <a:extLst>
              <a:ext uri="{FF2B5EF4-FFF2-40B4-BE49-F238E27FC236}">
                <a16:creationId xmlns:a16="http://schemas.microsoft.com/office/drawing/2014/main" id="{26FEEE5C-15B3-8386-23D3-B6B236C668F2}"/>
              </a:ext>
            </a:extLst>
          </p:cNvPr>
          <p:cNvSpPr>
            <a:spLocks noGrp="1"/>
          </p:cNvSpPr>
          <p:nvPr>
            <p:ph type="pic" sz="quarter" idx="13"/>
          </p:nvPr>
        </p:nvSpPr>
        <p:spPr>
          <a:xfrm>
            <a:off x="8046768" y="344424"/>
            <a:ext cx="3808553" cy="6172200"/>
          </a:xfrm>
          <a:custGeom>
            <a:avLst/>
            <a:gdLst>
              <a:gd name="connsiteX0" fmla="*/ 292116 w 3808553"/>
              <a:gd name="connsiteY0" fmla="*/ 0 h 6172200"/>
              <a:gd name="connsiteX1" fmla="*/ 3516437 w 3808553"/>
              <a:gd name="connsiteY1" fmla="*/ 0 h 6172200"/>
              <a:gd name="connsiteX2" fmla="*/ 3808553 w 3808553"/>
              <a:gd name="connsiteY2" fmla="*/ 292116 h 6172200"/>
              <a:gd name="connsiteX3" fmla="*/ 3808553 w 3808553"/>
              <a:gd name="connsiteY3" fmla="*/ 5880084 h 6172200"/>
              <a:gd name="connsiteX4" fmla="*/ 3516437 w 3808553"/>
              <a:gd name="connsiteY4" fmla="*/ 6172200 h 6172200"/>
              <a:gd name="connsiteX5" fmla="*/ 292116 w 3808553"/>
              <a:gd name="connsiteY5" fmla="*/ 6172200 h 6172200"/>
              <a:gd name="connsiteX6" fmla="*/ 0 w 3808553"/>
              <a:gd name="connsiteY6" fmla="*/ 5880084 h 6172200"/>
              <a:gd name="connsiteX7" fmla="*/ 0 w 3808553"/>
              <a:gd name="connsiteY7" fmla="*/ 292116 h 6172200"/>
              <a:gd name="connsiteX8" fmla="*/ 292116 w 3808553"/>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08553" h="6172200">
                <a:moveTo>
                  <a:pt x="292116" y="0"/>
                </a:moveTo>
                <a:lnTo>
                  <a:pt x="3516437" y="0"/>
                </a:lnTo>
                <a:cubicBezTo>
                  <a:pt x="3677768" y="0"/>
                  <a:pt x="3808553" y="130785"/>
                  <a:pt x="3808553" y="292116"/>
                </a:cubicBezTo>
                <a:lnTo>
                  <a:pt x="3808553" y="5880084"/>
                </a:lnTo>
                <a:cubicBezTo>
                  <a:pt x="3808553" y="6041415"/>
                  <a:pt x="3677768" y="6172200"/>
                  <a:pt x="3516437" y="6172200"/>
                </a:cubicBezTo>
                <a:lnTo>
                  <a:pt x="292116" y="6172200"/>
                </a:lnTo>
                <a:cubicBezTo>
                  <a:pt x="130785" y="6172200"/>
                  <a:pt x="0" y="6041415"/>
                  <a:pt x="0" y="5880084"/>
                </a:cubicBezTo>
                <a:lnTo>
                  <a:pt x="0" y="292116"/>
                </a:lnTo>
                <a:cubicBezTo>
                  <a:pt x="0" y="130785"/>
                  <a:pt x="130785" y="0"/>
                  <a:pt x="292116" y="0"/>
                </a:cubicBezTo>
                <a:close/>
              </a:path>
            </a:pathLst>
          </a:custGeom>
          <a:blipFill>
            <a:blip r:embed="rId2"/>
            <a:stretch>
              <a:fillRect/>
            </a:stretch>
          </a:blipFill>
        </p:spPr>
        <p:txBody>
          <a:bodyPr wrap="square">
            <a:noAutofit/>
          </a:bodyPr>
          <a:lstStyle/>
          <a:p>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‹N°›</a:t>
            </a:fld>
            <a:endParaRPr lang="en-US" dirty="0"/>
          </a:p>
        </p:txBody>
      </p:sp>
    </p:spTree>
    <p:extLst>
      <p:ext uri="{BB962C8B-B14F-4D97-AF65-F5344CB8AC3E}">
        <p14:creationId xmlns:p14="http://schemas.microsoft.com/office/powerpoint/2010/main" val="154209676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96328" y="601755"/>
            <a:ext cx="4389120" cy="1527048"/>
          </a:xfrm>
        </p:spPr>
        <p:txBody>
          <a:bodyPr anchor="b"/>
          <a:lstStyle/>
          <a:p>
            <a:r>
              <a:rPr lang="en-US"/>
              <a:t>Click to edit Master title style</a:t>
            </a:r>
          </a:p>
        </p:txBody>
      </p:sp>
      <p:sp>
        <p:nvSpPr>
          <p:cNvPr id="4" name="Picture Placeholder 3">
            <a:extLst>
              <a:ext uri="{FF2B5EF4-FFF2-40B4-BE49-F238E27FC236}">
                <a16:creationId xmlns:a16="http://schemas.microsoft.com/office/drawing/2014/main" id="{EB281557-D8C5-3666-A17C-BD66A5F9C048}"/>
              </a:ext>
            </a:extLst>
          </p:cNvPr>
          <p:cNvSpPr>
            <a:spLocks noGrp="1"/>
          </p:cNvSpPr>
          <p:nvPr>
            <p:ph type="pic" sz="quarter" idx="13"/>
          </p:nvPr>
        </p:nvSpPr>
        <p:spPr>
          <a:xfrm>
            <a:off x="341522" y="342902"/>
            <a:ext cx="6249778" cy="6172343"/>
          </a:xfrm>
          <a:custGeom>
            <a:avLst/>
            <a:gdLst>
              <a:gd name="connsiteX0" fmla="*/ 258473 w 6249778"/>
              <a:gd name="connsiteY0" fmla="*/ 0 h 6172343"/>
              <a:gd name="connsiteX1" fmla="*/ 5991306 w 6249778"/>
              <a:gd name="connsiteY1" fmla="*/ 0 h 6172343"/>
              <a:gd name="connsiteX2" fmla="*/ 6249778 w 6249778"/>
              <a:gd name="connsiteY2" fmla="*/ 257942 h 6172343"/>
              <a:gd name="connsiteX3" fmla="*/ 6249778 w 6249778"/>
              <a:gd name="connsiteY3" fmla="*/ 5914401 h 6172343"/>
              <a:gd name="connsiteX4" fmla="*/ 5991306 w 6249778"/>
              <a:gd name="connsiteY4" fmla="*/ 6172343 h 6172343"/>
              <a:gd name="connsiteX5" fmla="*/ 258473 w 6249778"/>
              <a:gd name="connsiteY5" fmla="*/ 6172343 h 6172343"/>
              <a:gd name="connsiteX6" fmla="*/ 0 w 6249778"/>
              <a:gd name="connsiteY6" fmla="*/ 5914401 h 6172343"/>
              <a:gd name="connsiteX7" fmla="*/ 0 w 6249778"/>
              <a:gd name="connsiteY7" fmla="*/ 257942 h 6172343"/>
              <a:gd name="connsiteX8" fmla="*/ 258473 w 6249778"/>
              <a:gd name="connsiteY8" fmla="*/ 0 h 6172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49778" h="6172343">
                <a:moveTo>
                  <a:pt x="258473" y="0"/>
                </a:moveTo>
                <a:lnTo>
                  <a:pt x="5991306" y="0"/>
                </a:lnTo>
                <a:cubicBezTo>
                  <a:pt x="6134057" y="0"/>
                  <a:pt x="6249778" y="115484"/>
                  <a:pt x="6249778" y="257942"/>
                </a:cubicBezTo>
                <a:lnTo>
                  <a:pt x="6249778" y="5914401"/>
                </a:lnTo>
                <a:cubicBezTo>
                  <a:pt x="6249778" y="6056859"/>
                  <a:pt x="6134057" y="6172343"/>
                  <a:pt x="5991306" y="6172343"/>
                </a:cubicBezTo>
                <a:lnTo>
                  <a:pt x="258473" y="6172343"/>
                </a:lnTo>
                <a:cubicBezTo>
                  <a:pt x="115722" y="6172343"/>
                  <a:pt x="0" y="6056859"/>
                  <a:pt x="0" y="5914401"/>
                </a:cubicBezTo>
                <a:lnTo>
                  <a:pt x="0" y="257942"/>
                </a:lnTo>
                <a:cubicBezTo>
                  <a:pt x="0" y="115484"/>
                  <a:pt x="115722" y="0"/>
                  <a:pt x="258473"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96328" y="2276856"/>
            <a:ext cx="4389120" cy="4041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040574A2-B048-4325-90E9-556C0079C8F3}" type="datetime1">
              <a:rPr lang="en-US" smtClean="0"/>
              <a:t>4/2/2026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265180200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Content Photo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4480560" cy="152704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429767" y="2276856"/>
            <a:ext cx="4480560" cy="4041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03507666-67D5-4451-8E9E-199655FF28DD}" type="datetime1">
              <a:rPr lang="en-US" smtClean="0"/>
              <a:t>4/2/2026</a:t>
            </a:fld>
            <a:endParaRPr lang="en-US" dirty="0"/>
          </a:p>
        </p:txBody>
      </p:sp>
      <p:sp>
        <p:nvSpPr>
          <p:cNvPr id="4" name="Picture Placeholder 3">
            <a:extLst>
              <a:ext uri="{FF2B5EF4-FFF2-40B4-BE49-F238E27FC236}">
                <a16:creationId xmlns:a16="http://schemas.microsoft.com/office/drawing/2014/main" id="{00846273-A5CB-BDCB-C625-903F863EC307}"/>
              </a:ext>
            </a:extLst>
          </p:cNvPr>
          <p:cNvSpPr>
            <a:spLocks noGrp="1"/>
          </p:cNvSpPr>
          <p:nvPr>
            <p:ph type="pic" sz="quarter" idx="13"/>
          </p:nvPr>
        </p:nvSpPr>
        <p:spPr>
          <a:xfrm>
            <a:off x="5737594" y="342900"/>
            <a:ext cx="6111507" cy="6172338"/>
          </a:xfrm>
          <a:custGeom>
            <a:avLst/>
            <a:gdLst>
              <a:gd name="connsiteX0" fmla="*/ 269395 w 6111507"/>
              <a:gd name="connsiteY0" fmla="*/ 0 h 6172338"/>
              <a:gd name="connsiteX1" fmla="*/ 5842112 w 6111507"/>
              <a:gd name="connsiteY1" fmla="*/ 0 h 6172338"/>
              <a:gd name="connsiteX2" fmla="*/ 6111507 w 6111507"/>
              <a:gd name="connsiteY2" fmla="*/ 268145 h 6172338"/>
              <a:gd name="connsiteX3" fmla="*/ 6111507 w 6111507"/>
              <a:gd name="connsiteY3" fmla="*/ 5904194 h 6172338"/>
              <a:gd name="connsiteX4" fmla="*/ 5842112 w 6111507"/>
              <a:gd name="connsiteY4" fmla="*/ 6172338 h 6172338"/>
              <a:gd name="connsiteX5" fmla="*/ 269395 w 6111507"/>
              <a:gd name="connsiteY5" fmla="*/ 6172338 h 6172338"/>
              <a:gd name="connsiteX6" fmla="*/ 0 w 6111507"/>
              <a:gd name="connsiteY6" fmla="*/ 5904194 h 6172338"/>
              <a:gd name="connsiteX7" fmla="*/ 0 w 6111507"/>
              <a:gd name="connsiteY7" fmla="*/ 268145 h 6172338"/>
              <a:gd name="connsiteX8" fmla="*/ 269395 w 6111507"/>
              <a:gd name="connsiteY8" fmla="*/ 0 h 617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111507" h="6172338">
                <a:moveTo>
                  <a:pt x="269395" y="0"/>
                </a:moveTo>
                <a:lnTo>
                  <a:pt x="5842112" y="0"/>
                </a:lnTo>
                <a:cubicBezTo>
                  <a:pt x="5990895" y="0"/>
                  <a:pt x="6111507" y="120052"/>
                  <a:pt x="6111507" y="268145"/>
                </a:cubicBezTo>
                <a:lnTo>
                  <a:pt x="6111507" y="5904194"/>
                </a:lnTo>
                <a:cubicBezTo>
                  <a:pt x="6111507" y="6052286"/>
                  <a:pt x="5990895" y="6172338"/>
                  <a:pt x="5842112" y="6172338"/>
                </a:cubicBezTo>
                <a:lnTo>
                  <a:pt x="269395" y="6172338"/>
                </a:lnTo>
                <a:cubicBezTo>
                  <a:pt x="120612" y="6172338"/>
                  <a:pt x="0" y="6052286"/>
                  <a:pt x="0" y="5904194"/>
                </a:cubicBezTo>
                <a:lnTo>
                  <a:pt x="0" y="268145"/>
                </a:lnTo>
                <a:cubicBezTo>
                  <a:pt x="0" y="120052"/>
                  <a:pt x="120612" y="0"/>
                  <a:pt x="269395" y="0"/>
                </a:cubicBezTo>
                <a:close/>
              </a:path>
            </a:pathLst>
          </a:custGeom>
          <a:blipFill>
            <a:blip r:embed="rId2"/>
            <a:stretch>
              <a:fillRect/>
            </a:stretch>
          </a:blipFill>
        </p:spPr>
        <p:txBody>
          <a:bodyPr wrap="square">
            <a:noAutofit/>
          </a:bodyPr>
          <a:lstStyle/>
          <a:p>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‹N°›</a:t>
            </a:fld>
            <a:endParaRPr lang="en-US" dirty="0"/>
          </a:p>
        </p:txBody>
      </p:sp>
    </p:spTree>
    <p:extLst>
      <p:ext uri="{BB962C8B-B14F-4D97-AF65-F5344CB8AC3E}">
        <p14:creationId xmlns:p14="http://schemas.microsoft.com/office/powerpoint/2010/main" val="249010735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Content Photo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96328" y="320040"/>
            <a:ext cx="4389120" cy="932688"/>
          </a:xfrm>
        </p:spPr>
        <p:txBody>
          <a:bodyPr anchor="b"/>
          <a:lstStyle/>
          <a:p>
            <a:r>
              <a:rPr lang="en-US"/>
              <a:t>Click to edit Master title style</a:t>
            </a:r>
          </a:p>
        </p:txBody>
      </p:sp>
      <p:sp>
        <p:nvSpPr>
          <p:cNvPr id="4" name="Picture Placeholder 3">
            <a:extLst>
              <a:ext uri="{FF2B5EF4-FFF2-40B4-BE49-F238E27FC236}">
                <a16:creationId xmlns:a16="http://schemas.microsoft.com/office/drawing/2014/main" id="{EB281557-D8C5-3666-A17C-BD66A5F9C048}"/>
              </a:ext>
            </a:extLst>
          </p:cNvPr>
          <p:cNvSpPr>
            <a:spLocks noGrp="1"/>
          </p:cNvSpPr>
          <p:nvPr>
            <p:ph type="pic" sz="quarter" idx="13"/>
          </p:nvPr>
        </p:nvSpPr>
        <p:spPr>
          <a:xfrm>
            <a:off x="341522" y="342902"/>
            <a:ext cx="6249778" cy="6172343"/>
          </a:xfrm>
          <a:custGeom>
            <a:avLst/>
            <a:gdLst>
              <a:gd name="connsiteX0" fmla="*/ 258473 w 6249778"/>
              <a:gd name="connsiteY0" fmla="*/ 0 h 6172343"/>
              <a:gd name="connsiteX1" fmla="*/ 5991306 w 6249778"/>
              <a:gd name="connsiteY1" fmla="*/ 0 h 6172343"/>
              <a:gd name="connsiteX2" fmla="*/ 6249778 w 6249778"/>
              <a:gd name="connsiteY2" fmla="*/ 257942 h 6172343"/>
              <a:gd name="connsiteX3" fmla="*/ 6249778 w 6249778"/>
              <a:gd name="connsiteY3" fmla="*/ 5914401 h 6172343"/>
              <a:gd name="connsiteX4" fmla="*/ 5991306 w 6249778"/>
              <a:gd name="connsiteY4" fmla="*/ 6172343 h 6172343"/>
              <a:gd name="connsiteX5" fmla="*/ 258473 w 6249778"/>
              <a:gd name="connsiteY5" fmla="*/ 6172343 h 6172343"/>
              <a:gd name="connsiteX6" fmla="*/ 0 w 6249778"/>
              <a:gd name="connsiteY6" fmla="*/ 5914401 h 6172343"/>
              <a:gd name="connsiteX7" fmla="*/ 0 w 6249778"/>
              <a:gd name="connsiteY7" fmla="*/ 257942 h 6172343"/>
              <a:gd name="connsiteX8" fmla="*/ 258473 w 6249778"/>
              <a:gd name="connsiteY8" fmla="*/ 0 h 6172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49778" h="6172343">
                <a:moveTo>
                  <a:pt x="258473" y="0"/>
                </a:moveTo>
                <a:lnTo>
                  <a:pt x="5991306" y="0"/>
                </a:lnTo>
                <a:cubicBezTo>
                  <a:pt x="6134057" y="0"/>
                  <a:pt x="6249778" y="115484"/>
                  <a:pt x="6249778" y="257942"/>
                </a:cubicBezTo>
                <a:lnTo>
                  <a:pt x="6249778" y="5914401"/>
                </a:lnTo>
                <a:cubicBezTo>
                  <a:pt x="6249778" y="6056859"/>
                  <a:pt x="6134057" y="6172343"/>
                  <a:pt x="5991306" y="6172343"/>
                </a:cubicBezTo>
                <a:lnTo>
                  <a:pt x="258473" y="6172343"/>
                </a:lnTo>
                <a:cubicBezTo>
                  <a:pt x="115722" y="6172343"/>
                  <a:pt x="0" y="6056859"/>
                  <a:pt x="0" y="5914401"/>
                </a:cubicBezTo>
                <a:lnTo>
                  <a:pt x="0" y="257942"/>
                </a:lnTo>
                <a:cubicBezTo>
                  <a:pt x="0" y="115484"/>
                  <a:pt x="115722" y="0"/>
                  <a:pt x="258473"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96328" y="1380744"/>
            <a:ext cx="438912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44F49BDA-0321-4B3C-A770-B4AFDE6522B0}" type="datetime1">
              <a:rPr lang="en-US" smtClean="0"/>
              <a:t>4/2/2026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16290932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Content Photo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7" y="320040"/>
            <a:ext cx="4573413" cy="93268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429766" y="1380744"/>
            <a:ext cx="4573413"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5A39D798-6749-4AD5-93B9-B2A8FC940F01}" type="datetime1">
              <a:rPr lang="en-US" smtClean="0"/>
              <a:t>4/2/2026</a:t>
            </a:fld>
            <a:endParaRPr lang="en-US" dirty="0"/>
          </a:p>
        </p:txBody>
      </p:sp>
      <p:sp>
        <p:nvSpPr>
          <p:cNvPr id="4" name="Picture Placeholder 3">
            <a:extLst>
              <a:ext uri="{FF2B5EF4-FFF2-40B4-BE49-F238E27FC236}">
                <a16:creationId xmlns:a16="http://schemas.microsoft.com/office/drawing/2014/main" id="{00846273-A5CB-BDCB-C625-903F863EC307}"/>
              </a:ext>
            </a:extLst>
          </p:cNvPr>
          <p:cNvSpPr>
            <a:spLocks noGrp="1"/>
          </p:cNvSpPr>
          <p:nvPr>
            <p:ph type="pic" sz="quarter" idx="13"/>
          </p:nvPr>
        </p:nvSpPr>
        <p:spPr>
          <a:xfrm>
            <a:off x="5737594" y="342900"/>
            <a:ext cx="6111507" cy="6172338"/>
          </a:xfrm>
          <a:custGeom>
            <a:avLst/>
            <a:gdLst>
              <a:gd name="connsiteX0" fmla="*/ 269395 w 6111507"/>
              <a:gd name="connsiteY0" fmla="*/ 0 h 6172338"/>
              <a:gd name="connsiteX1" fmla="*/ 5842112 w 6111507"/>
              <a:gd name="connsiteY1" fmla="*/ 0 h 6172338"/>
              <a:gd name="connsiteX2" fmla="*/ 6111507 w 6111507"/>
              <a:gd name="connsiteY2" fmla="*/ 268145 h 6172338"/>
              <a:gd name="connsiteX3" fmla="*/ 6111507 w 6111507"/>
              <a:gd name="connsiteY3" fmla="*/ 5904194 h 6172338"/>
              <a:gd name="connsiteX4" fmla="*/ 5842112 w 6111507"/>
              <a:gd name="connsiteY4" fmla="*/ 6172338 h 6172338"/>
              <a:gd name="connsiteX5" fmla="*/ 269395 w 6111507"/>
              <a:gd name="connsiteY5" fmla="*/ 6172338 h 6172338"/>
              <a:gd name="connsiteX6" fmla="*/ 0 w 6111507"/>
              <a:gd name="connsiteY6" fmla="*/ 5904194 h 6172338"/>
              <a:gd name="connsiteX7" fmla="*/ 0 w 6111507"/>
              <a:gd name="connsiteY7" fmla="*/ 268145 h 6172338"/>
              <a:gd name="connsiteX8" fmla="*/ 269395 w 6111507"/>
              <a:gd name="connsiteY8" fmla="*/ 0 h 617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111507" h="6172338">
                <a:moveTo>
                  <a:pt x="269395" y="0"/>
                </a:moveTo>
                <a:lnTo>
                  <a:pt x="5842112" y="0"/>
                </a:lnTo>
                <a:cubicBezTo>
                  <a:pt x="5990895" y="0"/>
                  <a:pt x="6111507" y="120052"/>
                  <a:pt x="6111507" y="268145"/>
                </a:cubicBezTo>
                <a:lnTo>
                  <a:pt x="6111507" y="5904194"/>
                </a:lnTo>
                <a:cubicBezTo>
                  <a:pt x="6111507" y="6052286"/>
                  <a:pt x="5990895" y="6172338"/>
                  <a:pt x="5842112" y="6172338"/>
                </a:cubicBezTo>
                <a:lnTo>
                  <a:pt x="269395" y="6172338"/>
                </a:lnTo>
                <a:cubicBezTo>
                  <a:pt x="120612" y="6172338"/>
                  <a:pt x="0" y="6052286"/>
                  <a:pt x="0" y="5904194"/>
                </a:cubicBezTo>
                <a:lnTo>
                  <a:pt x="0" y="268145"/>
                </a:lnTo>
                <a:cubicBezTo>
                  <a:pt x="0" y="120052"/>
                  <a:pt x="120612" y="0"/>
                  <a:pt x="269395" y="0"/>
                </a:cubicBezTo>
                <a:close/>
              </a:path>
            </a:pathLst>
          </a:custGeom>
          <a:blipFill>
            <a:blip r:embed="rId2"/>
            <a:stretch>
              <a:fillRect/>
            </a:stretch>
          </a:blipFill>
        </p:spPr>
        <p:txBody>
          <a:bodyPr wrap="square">
            <a:noAutofit/>
          </a:bodyPr>
          <a:lstStyle/>
          <a:p>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‹N°›</a:t>
            </a:fld>
            <a:endParaRPr lang="en-US" dirty="0"/>
          </a:p>
        </p:txBody>
      </p:sp>
    </p:spTree>
    <p:extLst>
      <p:ext uri="{BB962C8B-B14F-4D97-AF65-F5344CB8AC3E}">
        <p14:creationId xmlns:p14="http://schemas.microsoft.com/office/powerpoint/2010/main" val="10158853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21040" y="603504"/>
            <a:ext cx="3401568" cy="1527048"/>
          </a:xfrm>
        </p:spPr>
        <p:txBody>
          <a:bodyPr anchor="b"/>
          <a:lstStyle/>
          <a:p>
            <a:r>
              <a:rPr lang="en-US"/>
              <a:t>Click to edit Master title style</a:t>
            </a:r>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p:nvPr>
        </p:nvSpPr>
        <p:spPr>
          <a:xfrm>
            <a:off x="342900" y="342901"/>
            <a:ext cx="7391400" cy="6172200"/>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21040" y="2276856"/>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A1ADC64-6E51-4B85-88A7-F60D089DE428}" type="datetime1">
              <a:rPr lang="en-US" smtClean="0"/>
              <a:t>4/2/2026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158392199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3401568" cy="1527048"/>
          </a:xfrm>
        </p:spPr>
        <p:txBody>
          <a:bodyPr anchor="b"/>
          <a:lstStyle/>
          <a:p>
            <a:r>
              <a:rPr lang="en-US"/>
              <a:t>Click to edit Master title style</a:t>
            </a:r>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p:nvPr>
        </p:nvSpPr>
        <p:spPr>
          <a:xfrm>
            <a:off x="4502843" y="342901"/>
            <a:ext cx="7346257" cy="6172200"/>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429768" y="2276856"/>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C4F08AD3-06BC-45E1-AC3E-6EEBDD010FFB}" type="datetime1">
              <a:rPr lang="en-US" smtClean="0"/>
              <a:t>4/2/2026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172393825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Content Photo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11896" y="1078992"/>
            <a:ext cx="3273552" cy="1947672"/>
          </a:xfrm>
        </p:spPr>
        <p:txBody>
          <a:bodyPr anchor="b"/>
          <a:lstStyle/>
          <a:p>
            <a:r>
              <a:rPr lang="en-US"/>
              <a:t>Click to edit Master title style</a:t>
            </a:r>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p:nvPr>
        </p:nvSpPr>
        <p:spPr>
          <a:xfrm>
            <a:off x="342900" y="342901"/>
            <a:ext cx="7391400" cy="6172200"/>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11896" y="3099816"/>
            <a:ext cx="3273552" cy="2953512"/>
          </a:xfrm>
        </p:spPr>
        <p:txBody>
          <a:bodyPr>
            <a:normAutofit/>
          </a:bodyPr>
          <a:lstStyle>
            <a:lvl1pPr marL="0" indent="0">
              <a:buNone/>
              <a:defRPr sz="1600"/>
            </a:lvl1pPr>
            <a:lvl2pPr marL="228600" indent="0">
              <a:buNone/>
              <a:defRPr sz="1400"/>
            </a:lvl2pPr>
            <a:lvl3pPr marL="457200" indent="0">
              <a:buNone/>
              <a:defRPr sz="1200"/>
            </a:lvl3pPr>
            <a:lvl4pPr marL="685800" indent="0">
              <a:buNone/>
              <a:defRPr sz="1100"/>
            </a:lvl4pPr>
            <a:lvl5pPr marL="914400" inden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EAA3B765-43A8-4830-AF01-72821E847983}" type="datetime1">
              <a:rPr lang="en-US" smtClean="0"/>
              <a:t>4/2/2026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164210166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Content Photo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2" y="5111854"/>
            <a:ext cx="3739279" cy="1389888"/>
          </a:xfrm>
        </p:spPr>
        <p:txBody>
          <a:bodyPr anchor="t">
            <a:normAutofit/>
          </a:bodyPr>
          <a:lstStyle>
            <a:lvl1pPr>
              <a:defRPr sz="3200"/>
            </a:lvl1pPr>
          </a:lstStyle>
          <a:p>
            <a:r>
              <a:rPr lang="en-US"/>
              <a:t>Click to edit Master title style</a:t>
            </a:r>
          </a:p>
        </p:txBody>
      </p:sp>
      <p:sp>
        <p:nvSpPr>
          <p:cNvPr id="19" name="Picture Placeholder 17">
            <a:extLst>
              <a:ext uri="{FF2B5EF4-FFF2-40B4-BE49-F238E27FC236}">
                <a16:creationId xmlns:a16="http://schemas.microsoft.com/office/drawing/2014/main" id="{D5837EDE-723C-6CF6-EB95-3AEDA1F07E9E}"/>
              </a:ext>
            </a:extLst>
          </p:cNvPr>
          <p:cNvSpPr>
            <a:spLocks noGrp="1"/>
          </p:cNvSpPr>
          <p:nvPr>
            <p:ph type="pic" sz="quarter" idx="15"/>
          </p:nvPr>
        </p:nvSpPr>
        <p:spPr>
          <a:xfrm>
            <a:off x="339373" y="320043"/>
            <a:ext cx="11509730" cy="4404825"/>
          </a:xfrm>
          <a:custGeom>
            <a:avLst/>
            <a:gdLst>
              <a:gd name="connsiteX0" fmla="*/ 299132 w 11509730"/>
              <a:gd name="connsiteY0" fmla="*/ 0 h 4404825"/>
              <a:gd name="connsiteX1" fmla="*/ 11210598 w 11509730"/>
              <a:gd name="connsiteY1" fmla="*/ 0 h 4404825"/>
              <a:gd name="connsiteX2" fmla="*/ 11509730 w 11509730"/>
              <a:gd name="connsiteY2" fmla="*/ 299132 h 4404825"/>
              <a:gd name="connsiteX3" fmla="*/ 11509730 w 11509730"/>
              <a:gd name="connsiteY3" fmla="*/ 4105693 h 4404825"/>
              <a:gd name="connsiteX4" fmla="*/ 11210598 w 11509730"/>
              <a:gd name="connsiteY4" fmla="*/ 4404825 h 4404825"/>
              <a:gd name="connsiteX5" fmla="*/ 299132 w 11509730"/>
              <a:gd name="connsiteY5" fmla="*/ 4404825 h 4404825"/>
              <a:gd name="connsiteX6" fmla="*/ 0 w 11509730"/>
              <a:gd name="connsiteY6" fmla="*/ 4105693 h 4404825"/>
              <a:gd name="connsiteX7" fmla="*/ 0 w 11509730"/>
              <a:gd name="connsiteY7" fmla="*/ 299132 h 4404825"/>
              <a:gd name="connsiteX8" fmla="*/ 299132 w 11509730"/>
              <a:gd name="connsiteY8" fmla="*/ 0 h 4404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509730" h="4404825">
                <a:moveTo>
                  <a:pt x="299132" y="0"/>
                </a:moveTo>
                <a:lnTo>
                  <a:pt x="11210598" y="0"/>
                </a:lnTo>
                <a:cubicBezTo>
                  <a:pt x="11375804" y="0"/>
                  <a:pt x="11509730" y="133926"/>
                  <a:pt x="11509730" y="299132"/>
                </a:cubicBezTo>
                <a:lnTo>
                  <a:pt x="11509730" y="4105693"/>
                </a:lnTo>
                <a:cubicBezTo>
                  <a:pt x="11509730" y="4270899"/>
                  <a:pt x="11375804" y="4404825"/>
                  <a:pt x="11210598" y="4404825"/>
                </a:cubicBezTo>
                <a:lnTo>
                  <a:pt x="299132" y="4404825"/>
                </a:lnTo>
                <a:cubicBezTo>
                  <a:pt x="133926" y="4404825"/>
                  <a:pt x="0" y="4270899"/>
                  <a:pt x="0" y="4105693"/>
                </a:cubicBezTo>
                <a:lnTo>
                  <a:pt x="0" y="299132"/>
                </a:lnTo>
                <a:cubicBezTo>
                  <a:pt x="0" y="133926"/>
                  <a:pt x="133926" y="0"/>
                  <a:pt x="299132" y="0"/>
                </a:cubicBezTo>
                <a:close/>
              </a:path>
            </a:pathLst>
          </a:custGeom>
          <a:blipFill>
            <a:blip r:embed="rId2"/>
            <a:stretch>
              <a:fillRect/>
            </a:stretch>
          </a:blipFill>
        </p:spPr>
        <p:txBody>
          <a:bodyPr wrap="square">
            <a:noAutofit/>
          </a:body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0FE41811-10C6-4614-88EC-83E0ACC75160}" type="datetime1">
              <a:rPr lang="en-US" smtClean="0"/>
              <a:t>4/2/2026</a:t>
            </a:fld>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351928" y="5111854"/>
            <a:ext cx="6400800" cy="1389888"/>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200"/>
            </a:lvl3pPr>
            <a:lvl4pPr marL="685800" indent="0">
              <a:buFont typeface="Arial" panose="020B0604020202020204" pitchFamily="34" charset="0"/>
              <a:buNone/>
              <a:defRPr sz="1100"/>
            </a:lvl4pPr>
            <a:lvl5pPr marL="914400" indent="0">
              <a:buFont typeface="Arial" panose="020B0604020202020204" pitchFamily="34" charset="0"/>
              <a:buNone/>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26761841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Content Photo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4162318"/>
            <a:ext cx="2953618" cy="1892808"/>
          </a:xfrm>
        </p:spPr>
        <p:txBody>
          <a:bodyPr anchor="t">
            <a:normAutofit/>
          </a:bodyPr>
          <a:lstStyle>
            <a:lvl1pPr>
              <a:defRPr sz="3200"/>
            </a:lvl1pPr>
          </a:lstStyle>
          <a:p>
            <a:r>
              <a:rPr lang="en-US"/>
              <a:t>Click to edit Master title style</a:t>
            </a:r>
          </a:p>
        </p:txBody>
      </p:sp>
      <p:sp>
        <p:nvSpPr>
          <p:cNvPr id="9" name="Picture Placeholder 8">
            <a:extLst>
              <a:ext uri="{FF2B5EF4-FFF2-40B4-BE49-F238E27FC236}">
                <a16:creationId xmlns:a16="http://schemas.microsoft.com/office/drawing/2014/main" id="{1BCE7E7D-ED4A-B625-6CB8-4D71682F63D4}"/>
              </a:ext>
            </a:extLst>
          </p:cNvPr>
          <p:cNvSpPr>
            <a:spLocks noGrp="1"/>
          </p:cNvSpPr>
          <p:nvPr>
            <p:ph type="pic" sz="quarter" idx="13"/>
          </p:nvPr>
        </p:nvSpPr>
        <p:spPr>
          <a:xfrm>
            <a:off x="339373" y="320042"/>
            <a:ext cx="11509730" cy="3458229"/>
          </a:xfrm>
          <a:custGeom>
            <a:avLst/>
            <a:gdLst>
              <a:gd name="connsiteX0" fmla="*/ 351529 w 11509730"/>
              <a:gd name="connsiteY0" fmla="*/ 0 h 3458229"/>
              <a:gd name="connsiteX1" fmla="*/ 11158201 w 11509730"/>
              <a:gd name="connsiteY1" fmla="*/ 0 h 3458229"/>
              <a:gd name="connsiteX2" fmla="*/ 11509730 w 11509730"/>
              <a:gd name="connsiteY2" fmla="*/ 351529 h 3458229"/>
              <a:gd name="connsiteX3" fmla="*/ 11509730 w 11509730"/>
              <a:gd name="connsiteY3" fmla="*/ 3106700 h 3458229"/>
              <a:gd name="connsiteX4" fmla="*/ 11158201 w 11509730"/>
              <a:gd name="connsiteY4" fmla="*/ 3458229 h 3458229"/>
              <a:gd name="connsiteX5" fmla="*/ 351529 w 11509730"/>
              <a:gd name="connsiteY5" fmla="*/ 3458229 h 3458229"/>
              <a:gd name="connsiteX6" fmla="*/ 0 w 11509730"/>
              <a:gd name="connsiteY6" fmla="*/ 3106700 h 3458229"/>
              <a:gd name="connsiteX7" fmla="*/ 0 w 11509730"/>
              <a:gd name="connsiteY7" fmla="*/ 351529 h 3458229"/>
              <a:gd name="connsiteX8" fmla="*/ 351529 w 11509730"/>
              <a:gd name="connsiteY8" fmla="*/ 0 h 3458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509730" h="3458229">
                <a:moveTo>
                  <a:pt x="351529" y="0"/>
                </a:moveTo>
                <a:lnTo>
                  <a:pt x="11158201" y="0"/>
                </a:lnTo>
                <a:cubicBezTo>
                  <a:pt x="11352345" y="0"/>
                  <a:pt x="11509730" y="157385"/>
                  <a:pt x="11509730" y="351529"/>
                </a:cubicBezTo>
                <a:lnTo>
                  <a:pt x="11509730" y="3106700"/>
                </a:lnTo>
                <a:cubicBezTo>
                  <a:pt x="11509730" y="3300844"/>
                  <a:pt x="11352345" y="3458229"/>
                  <a:pt x="11158201" y="3458229"/>
                </a:cubicBezTo>
                <a:lnTo>
                  <a:pt x="351529" y="3458229"/>
                </a:lnTo>
                <a:cubicBezTo>
                  <a:pt x="157385" y="3458229"/>
                  <a:pt x="0" y="3300844"/>
                  <a:pt x="0" y="3106700"/>
                </a:cubicBezTo>
                <a:lnTo>
                  <a:pt x="0" y="351529"/>
                </a:lnTo>
                <a:cubicBezTo>
                  <a:pt x="0" y="157385"/>
                  <a:pt x="157385" y="0"/>
                  <a:pt x="351529" y="0"/>
                </a:cubicBezTo>
                <a:close/>
              </a:path>
            </a:pathLst>
          </a:custGeom>
          <a:blipFill>
            <a:blip r:embed="rId2"/>
            <a:stretch>
              <a:fillRect/>
            </a:stretch>
          </a:blipFill>
        </p:spPr>
        <p:txBody>
          <a:bodyPr wrap="square">
            <a:noAutofit/>
          </a:body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1DEF137F-2B2A-40C4-91C3-CD308FB58EB6}" type="datetime1">
              <a:rPr lang="en-US" smtClean="0"/>
              <a:t>4/2/2026</a:t>
            </a:fld>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4162318"/>
            <a:ext cx="7772400" cy="2240280"/>
          </a:xfrm>
        </p:spPr>
        <p:txBody>
          <a:bodyPr>
            <a:no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200"/>
            </a:lvl4pPr>
            <a:lvl5pPr marL="1085850" indent="-171450">
              <a:buFont typeface="Arial" panose="020B0604020202020204" pitchFamily="34" charset="0"/>
              <a:buChar cha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50294325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Content Photo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561425"/>
            <a:ext cx="2953618" cy="1892808"/>
          </a:xfrm>
        </p:spPr>
        <p:txBody>
          <a:bodyPr anchor="t">
            <a:normAutofit/>
          </a:bodyPr>
          <a:lstStyle>
            <a:lvl1pPr>
              <a:defRPr sz="3200"/>
            </a:lvl1pPr>
          </a:lstStyle>
          <a:p>
            <a:r>
              <a:rPr lang="en-US"/>
              <a:t>Click to edit Master title style</a:t>
            </a:r>
          </a:p>
        </p:txBody>
      </p:sp>
      <p:sp>
        <p:nvSpPr>
          <p:cNvPr id="9" name="Picture Placeholder 8">
            <a:extLst>
              <a:ext uri="{FF2B5EF4-FFF2-40B4-BE49-F238E27FC236}">
                <a16:creationId xmlns:a16="http://schemas.microsoft.com/office/drawing/2014/main" id="{86A25225-80A2-7139-2A81-39CA926639FF}"/>
              </a:ext>
            </a:extLst>
          </p:cNvPr>
          <p:cNvSpPr>
            <a:spLocks noGrp="1"/>
          </p:cNvSpPr>
          <p:nvPr>
            <p:ph type="pic" sz="quarter" idx="13"/>
          </p:nvPr>
        </p:nvSpPr>
        <p:spPr>
          <a:xfrm>
            <a:off x="339373" y="3067414"/>
            <a:ext cx="11509730" cy="3458229"/>
          </a:xfrm>
          <a:custGeom>
            <a:avLst/>
            <a:gdLst>
              <a:gd name="connsiteX0" fmla="*/ 351529 w 11509730"/>
              <a:gd name="connsiteY0" fmla="*/ 0 h 3458229"/>
              <a:gd name="connsiteX1" fmla="*/ 11158201 w 11509730"/>
              <a:gd name="connsiteY1" fmla="*/ 0 h 3458229"/>
              <a:gd name="connsiteX2" fmla="*/ 11509730 w 11509730"/>
              <a:gd name="connsiteY2" fmla="*/ 351529 h 3458229"/>
              <a:gd name="connsiteX3" fmla="*/ 11509730 w 11509730"/>
              <a:gd name="connsiteY3" fmla="*/ 3106700 h 3458229"/>
              <a:gd name="connsiteX4" fmla="*/ 11158201 w 11509730"/>
              <a:gd name="connsiteY4" fmla="*/ 3458229 h 3458229"/>
              <a:gd name="connsiteX5" fmla="*/ 351529 w 11509730"/>
              <a:gd name="connsiteY5" fmla="*/ 3458229 h 3458229"/>
              <a:gd name="connsiteX6" fmla="*/ 0 w 11509730"/>
              <a:gd name="connsiteY6" fmla="*/ 3106700 h 3458229"/>
              <a:gd name="connsiteX7" fmla="*/ 0 w 11509730"/>
              <a:gd name="connsiteY7" fmla="*/ 351529 h 3458229"/>
              <a:gd name="connsiteX8" fmla="*/ 351529 w 11509730"/>
              <a:gd name="connsiteY8" fmla="*/ 0 h 3458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509730" h="3458229">
                <a:moveTo>
                  <a:pt x="351529" y="0"/>
                </a:moveTo>
                <a:lnTo>
                  <a:pt x="11158201" y="0"/>
                </a:lnTo>
                <a:cubicBezTo>
                  <a:pt x="11352345" y="0"/>
                  <a:pt x="11509730" y="157385"/>
                  <a:pt x="11509730" y="351529"/>
                </a:cubicBezTo>
                <a:lnTo>
                  <a:pt x="11509730" y="3106700"/>
                </a:lnTo>
                <a:cubicBezTo>
                  <a:pt x="11509730" y="3300844"/>
                  <a:pt x="11352345" y="3458229"/>
                  <a:pt x="11158201" y="3458229"/>
                </a:cubicBezTo>
                <a:lnTo>
                  <a:pt x="351529" y="3458229"/>
                </a:lnTo>
                <a:cubicBezTo>
                  <a:pt x="157385" y="3458229"/>
                  <a:pt x="0" y="3300844"/>
                  <a:pt x="0" y="3106700"/>
                </a:cubicBezTo>
                <a:lnTo>
                  <a:pt x="0" y="351529"/>
                </a:lnTo>
                <a:cubicBezTo>
                  <a:pt x="0" y="157385"/>
                  <a:pt x="157385" y="0"/>
                  <a:pt x="351529" y="0"/>
                </a:cubicBezTo>
                <a:close/>
              </a:path>
            </a:pathLst>
          </a:custGeom>
          <a:blipFill>
            <a:blip r:embed="rId2"/>
            <a:stretch>
              <a:fillRect/>
            </a:stretch>
          </a:blipFill>
        </p:spPr>
        <p:txBody>
          <a:bodyPr wrap="square">
            <a:noAutofit/>
          </a:body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37160" y="6519672"/>
            <a:ext cx="3494314" cy="338328"/>
          </a:xfrm>
        </p:spPr>
        <p:txBody>
          <a:bodyPr/>
          <a:lstStyle/>
          <a:p>
            <a:fld id="{B5C625B2-B5AE-49AA-9956-0F72018AD45F}" type="datetime1">
              <a:rPr lang="en-US" smtClean="0"/>
              <a:t>4/2/2026</a:t>
            </a:fld>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561425"/>
            <a:ext cx="7772400" cy="2240280"/>
          </a:xfrm>
        </p:spPr>
        <p:txBody>
          <a:bodyPr>
            <a:no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200"/>
            </a:lvl4pPr>
            <a:lvl5pPr marL="1085850" indent="-171450">
              <a:buFont typeface="Arial" panose="020B0604020202020204" pitchFamily="34" charset="0"/>
              <a:buChar cha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76521" y="6519672"/>
            <a:ext cx="2805405" cy="338328"/>
          </a:xfr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632162" y="6519672"/>
            <a:ext cx="429207" cy="338328"/>
          </a:xfrm>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376240604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Content Photo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40080"/>
            <a:ext cx="11155680" cy="970463"/>
          </a:xfrm>
        </p:spPr>
        <p:txBody>
          <a:bodyPr anchor="ctr"/>
          <a:lstStyle/>
          <a:p>
            <a:r>
              <a:rPr lang="en-US"/>
              <a:t>Click to edit Master title style</a:t>
            </a:r>
          </a:p>
        </p:txBody>
      </p:sp>
      <p:sp>
        <p:nvSpPr>
          <p:cNvPr id="10" name="Picture Placeholder 9">
            <a:extLst>
              <a:ext uri="{FF2B5EF4-FFF2-40B4-BE49-F238E27FC236}">
                <a16:creationId xmlns:a16="http://schemas.microsoft.com/office/drawing/2014/main" id="{45F6FDB5-F783-3538-287C-754C11C30975}"/>
              </a:ext>
            </a:extLst>
          </p:cNvPr>
          <p:cNvSpPr>
            <a:spLocks noGrp="1"/>
          </p:cNvSpPr>
          <p:nvPr>
            <p:ph type="pic" sz="quarter" idx="13"/>
          </p:nvPr>
        </p:nvSpPr>
        <p:spPr>
          <a:xfrm>
            <a:off x="429768" y="1828800"/>
            <a:ext cx="6176399" cy="4425696"/>
          </a:xfrm>
          <a:custGeom>
            <a:avLst/>
            <a:gdLst>
              <a:gd name="connsiteX0" fmla="*/ 325421 w 6450717"/>
              <a:gd name="connsiteY0" fmla="*/ 0 h 4425696"/>
              <a:gd name="connsiteX1" fmla="*/ 6125296 w 6450717"/>
              <a:gd name="connsiteY1" fmla="*/ 0 h 4425696"/>
              <a:gd name="connsiteX2" fmla="*/ 6450717 w 6450717"/>
              <a:gd name="connsiteY2" fmla="*/ 325421 h 4425696"/>
              <a:gd name="connsiteX3" fmla="*/ 6450717 w 6450717"/>
              <a:gd name="connsiteY3" fmla="*/ 4100275 h 4425696"/>
              <a:gd name="connsiteX4" fmla="*/ 6125296 w 6450717"/>
              <a:gd name="connsiteY4" fmla="*/ 4425696 h 4425696"/>
              <a:gd name="connsiteX5" fmla="*/ 325421 w 6450717"/>
              <a:gd name="connsiteY5" fmla="*/ 4425696 h 4425696"/>
              <a:gd name="connsiteX6" fmla="*/ 0 w 6450717"/>
              <a:gd name="connsiteY6" fmla="*/ 4100275 h 4425696"/>
              <a:gd name="connsiteX7" fmla="*/ 0 w 6450717"/>
              <a:gd name="connsiteY7" fmla="*/ 325421 h 4425696"/>
              <a:gd name="connsiteX8" fmla="*/ 325421 w 6450717"/>
              <a:gd name="connsiteY8" fmla="*/ 0 h 4425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450717" h="4425696">
                <a:moveTo>
                  <a:pt x="325421" y="0"/>
                </a:moveTo>
                <a:lnTo>
                  <a:pt x="6125296" y="0"/>
                </a:lnTo>
                <a:cubicBezTo>
                  <a:pt x="6305021" y="0"/>
                  <a:pt x="6450717" y="145696"/>
                  <a:pt x="6450717" y="325421"/>
                </a:cubicBezTo>
                <a:lnTo>
                  <a:pt x="6450717" y="4100275"/>
                </a:lnTo>
                <a:cubicBezTo>
                  <a:pt x="6450717" y="4280000"/>
                  <a:pt x="6305021" y="4425696"/>
                  <a:pt x="6125296" y="4425696"/>
                </a:cubicBezTo>
                <a:lnTo>
                  <a:pt x="325421" y="4425696"/>
                </a:lnTo>
                <a:cubicBezTo>
                  <a:pt x="145696" y="4425696"/>
                  <a:pt x="0" y="4280000"/>
                  <a:pt x="0" y="4100275"/>
                </a:cubicBezTo>
                <a:lnTo>
                  <a:pt x="0" y="325421"/>
                </a:lnTo>
                <a:cubicBezTo>
                  <a:pt x="0" y="145696"/>
                  <a:pt x="145696" y="0"/>
                  <a:pt x="325421"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287768" y="1828800"/>
            <a:ext cx="4297680" cy="4428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4B65C76-7247-4F79-AE9C-E895A3C8DB99}" type="datetime1">
              <a:rPr lang="en-US" smtClean="0"/>
              <a:t>4/2/2026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306375060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Content Photo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48639"/>
            <a:ext cx="4855464" cy="1453896"/>
          </a:xfrm>
        </p:spPr>
        <p:txBody>
          <a:bodyPr anchor="t"/>
          <a:lstStyle/>
          <a:p>
            <a:r>
              <a:rPr lang="en-US"/>
              <a:t>Click to edit Master title style</a:t>
            </a:r>
          </a:p>
        </p:txBody>
      </p:sp>
      <p:sp>
        <p:nvSpPr>
          <p:cNvPr id="9" name="Picture Placeholder 8">
            <a:extLst>
              <a:ext uri="{FF2B5EF4-FFF2-40B4-BE49-F238E27FC236}">
                <a16:creationId xmlns:a16="http://schemas.microsoft.com/office/drawing/2014/main" id="{F5F2F272-6D18-7E06-3E9A-D10C5C502195}"/>
              </a:ext>
            </a:extLst>
          </p:cNvPr>
          <p:cNvSpPr>
            <a:spLocks noGrp="1"/>
          </p:cNvSpPr>
          <p:nvPr>
            <p:ph type="pic" sz="quarter" idx="13"/>
          </p:nvPr>
        </p:nvSpPr>
        <p:spPr>
          <a:xfrm>
            <a:off x="510075" y="2293496"/>
            <a:ext cx="4775158" cy="4039043"/>
          </a:xfrm>
          <a:custGeom>
            <a:avLst/>
            <a:gdLst>
              <a:gd name="connsiteX0" fmla="*/ 305917 w 4855463"/>
              <a:gd name="connsiteY0" fmla="*/ 0 h 4039043"/>
              <a:gd name="connsiteX1" fmla="*/ 4549547 w 4855463"/>
              <a:gd name="connsiteY1" fmla="*/ 0 h 4039043"/>
              <a:gd name="connsiteX2" fmla="*/ 4849249 w 4855463"/>
              <a:gd name="connsiteY2" fmla="*/ 244264 h 4039043"/>
              <a:gd name="connsiteX3" fmla="*/ 4855463 w 4855463"/>
              <a:gd name="connsiteY3" fmla="*/ 305907 h 4039043"/>
              <a:gd name="connsiteX4" fmla="*/ 4855463 w 4855463"/>
              <a:gd name="connsiteY4" fmla="*/ 3733136 h 4039043"/>
              <a:gd name="connsiteX5" fmla="*/ 4849249 w 4855463"/>
              <a:gd name="connsiteY5" fmla="*/ 3794779 h 4039043"/>
              <a:gd name="connsiteX6" fmla="*/ 4549547 w 4855463"/>
              <a:gd name="connsiteY6" fmla="*/ 4039043 h 4039043"/>
              <a:gd name="connsiteX7" fmla="*/ 305917 w 4855463"/>
              <a:gd name="connsiteY7" fmla="*/ 4039043 h 4039043"/>
              <a:gd name="connsiteX8" fmla="*/ 0 w 4855463"/>
              <a:gd name="connsiteY8" fmla="*/ 3733126 h 4039043"/>
              <a:gd name="connsiteX9" fmla="*/ 0 w 4855463"/>
              <a:gd name="connsiteY9" fmla="*/ 305917 h 4039043"/>
              <a:gd name="connsiteX10" fmla="*/ 305917 w 4855463"/>
              <a:gd name="connsiteY10" fmla="*/ 0 h 40390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5463" h="4039043">
                <a:moveTo>
                  <a:pt x="305917" y="0"/>
                </a:moveTo>
                <a:lnTo>
                  <a:pt x="4549547" y="0"/>
                </a:lnTo>
                <a:cubicBezTo>
                  <a:pt x="4697381" y="0"/>
                  <a:pt x="4820723" y="104863"/>
                  <a:pt x="4849249" y="244264"/>
                </a:cubicBezTo>
                <a:lnTo>
                  <a:pt x="4855463" y="305907"/>
                </a:lnTo>
                <a:lnTo>
                  <a:pt x="4855463" y="3733136"/>
                </a:lnTo>
                <a:lnTo>
                  <a:pt x="4849249" y="3794779"/>
                </a:lnTo>
                <a:cubicBezTo>
                  <a:pt x="4820723" y="3934180"/>
                  <a:pt x="4697381" y="4039043"/>
                  <a:pt x="4549547" y="4039043"/>
                </a:cubicBezTo>
                <a:lnTo>
                  <a:pt x="305917" y="4039043"/>
                </a:lnTo>
                <a:cubicBezTo>
                  <a:pt x="136964" y="4039043"/>
                  <a:pt x="0" y="3902079"/>
                  <a:pt x="0" y="3733126"/>
                </a:cubicBezTo>
                <a:lnTo>
                  <a:pt x="0" y="305917"/>
                </a:lnTo>
                <a:cubicBezTo>
                  <a:pt x="0" y="136964"/>
                  <a:pt x="136964" y="0"/>
                  <a:pt x="305917"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49275"/>
            <a:ext cx="5585925" cy="57832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043AE1DA-A480-43FE-9203-B0DE856F9D6A}" type="datetime1">
              <a:rPr lang="en-US" smtClean="0"/>
              <a:t>4/2/2026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140893750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Content Photo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50218"/>
            <a:ext cx="3827439" cy="1453896"/>
          </a:xfrm>
        </p:spPr>
        <p:txBody>
          <a:bodyPr anchor="t">
            <a:normAutofit/>
          </a:bodyPr>
          <a:lstStyle>
            <a:lvl1pPr>
              <a:defRPr sz="3200"/>
            </a:lvl1pPr>
          </a:lstStyle>
          <a:p>
            <a:r>
              <a:rPr lang="en-US"/>
              <a:t>Click to edit Master title style</a:t>
            </a:r>
          </a:p>
        </p:txBody>
      </p:sp>
      <p:sp>
        <p:nvSpPr>
          <p:cNvPr id="12" name="Picture Placeholder 11">
            <a:extLst>
              <a:ext uri="{FF2B5EF4-FFF2-40B4-BE49-F238E27FC236}">
                <a16:creationId xmlns:a16="http://schemas.microsoft.com/office/drawing/2014/main" id="{14639E5C-EF58-65A1-C364-F58DE761581C}"/>
              </a:ext>
            </a:extLst>
          </p:cNvPr>
          <p:cNvSpPr>
            <a:spLocks noGrp="1"/>
          </p:cNvSpPr>
          <p:nvPr>
            <p:ph type="pic" sz="quarter" idx="13"/>
          </p:nvPr>
        </p:nvSpPr>
        <p:spPr>
          <a:xfrm>
            <a:off x="510075" y="2293494"/>
            <a:ext cx="3666744" cy="4039044"/>
          </a:xfrm>
          <a:custGeom>
            <a:avLst/>
            <a:gdLst>
              <a:gd name="connsiteX0" fmla="*/ 292716 w 3666744"/>
              <a:gd name="connsiteY0" fmla="*/ 0 h 4039044"/>
              <a:gd name="connsiteX1" fmla="*/ 3374028 w 3666744"/>
              <a:gd name="connsiteY1" fmla="*/ 0 h 4039044"/>
              <a:gd name="connsiteX2" fmla="*/ 3666744 w 3666744"/>
              <a:gd name="connsiteY2" fmla="*/ 292716 h 4039044"/>
              <a:gd name="connsiteX3" fmla="*/ 3666744 w 3666744"/>
              <a:gd name="connsiteY3" fmla="*/ 3746328 h 4039044"/>
              <a:gd name="connsiteX4" fmla="*/ 3374028 w 3666744"/>
              <a:gd name="connsiteY4" fmla="*/ 4039044 h 4039044"/>
              <a:gd name="connsiteX5" fmla="*/ 292716 w 3666744"/>
              <a:gd name="connsiteY5" fmla="*/ 4039044 h 4039044"/>
              <a:gd name="connsiteX6" fmla="*/ 0 w 3666744"/>
              <a:gd name="connsiteY6" fmla="*/ 3746328 h 4039044"/>
              <a:gd name="connsiteX7" fmla="*/ 0 w 3666744"/>
              <a:gd name="connsiteY7" fmla="*/ 292716 h 4039044"/>
              <a:gd name="connsiteX8" fmla="*/ 292716 w 3666744"/>
              <a:gd name="connsiteY8" fmla="*/ 0 h 40390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66744" h="4039044">
                <a:moveTo>
                  <a:pt x="292716" y="0"/>
                </a:moveTo>
                <a:lnTo>
                  <a:pt x="3374028" y="0"/>
                </a:lnTo>
                <a:cubicBezTo>
                  <a:pt x="3535691" y="0"/>
                  <a:pt x="3666744" y="131053"/>
                  <a:pt x="3666744" y="292716"/>
                </a:cubicBezTo>
                <a:lnTo>
                  <a:pt x="3666744" y="3746328"/>
                </a:lnTo>
                <a:cubicBezTo>
                  <a:pt x="3666744" y="3907991"/>
                  <a:pt x="3535691" y="4039044"/>
                  <a:pt x="3374028" y="4039044"/>
                </a:cubicBezTo>
                <a:lnTo>
                  <a:pt x="292716" y="4039044"/>
                </a:lnTo>
                <a:cubicBezTo>
                  <a:pt x="131053" y="4039044"/>
                  <a:pt x="0" y="3907991"/>
                  <a:pt x="0" y="3746328"/>
                </a:cubicBezTo>
                <a:lnTo>
                  <a:pt x="0" y="292716"/>
                </a:lnTo>
                <a:cubicBezTo>
                  <a:pt x="0" y="131053"/>
                  <a:pt x="131053" y="0"/>
                  <a:pt x="292716" y="0"/>
                </a:cubicBezTo>
                <a:close/>
              </a:path>
            </a:pathLst>
          </a:custGeom>
          <a:blipFill>
            <a:blip r:embed="rId2"/>
            <a:stretch>
              <a:fillRect/>
            </a:stretch>
          </a:blipFill>
        </p:spPr>
        <p:txBody>
          <a:bodyPr wrap="square">
            <a:noAutofit/>
          </a:bodyPr>
          <a:lstStyle/>
          <a:p>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120787" y="549275"/>
            <a:ext cx="6561138" cy="57881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27505E69-337D-4055-8120-6D48BFDD402E}" type="datetime1">
              <a:rPr lang="en-US" smtClean="0"/>
              <a:t>4/2/2026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18033084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ig Number 1">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493776" y="782804"/>
            <a:ext cx="11201400" cy="4206240"/>
          </a:xfrm>
        </p:spPr>
        <p:txBody>
          <a:bodyPr>
            <a:normAutofit/>
          </a:bodyPr>
          <a:lstStyle>
            <a:lvl1pPr algn="ctr">
              <a:defRPr sz="27800">
                <a:solidFill>
                  <a:schemeClr val="tx2">
                    <a:lumMod val="90000"/>
                    <a:lumOff val="10000"/>
                  </a:schemeClr>
                </a:solidFill>
              </a:defRPr>
            </a:lvl1pPr>
          </a:lstStyle>
          <a:p>
            <a:r>
              <a:rPr lang="en-US"/>
              <a: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p>
            <a:fld id="{66433CA8-0AF1-403A-8DC8-B974DC6FBF7E}" type="datetime1">
              <a:rPr lang="en-US" smtClean="0"/>
              <a:t>4/2/2026</a:t>
            </a:fld>
            <a:endParaRPr lang="en-US" dirty="0"/>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p>
            <a:fld id="{CC057153-B650-4DEB-B370-79DDCFDCE934}" type="slidenum">
              <a:rPr lang="en-US" smtClean="0"/>
              <a:pPr/>
              <a:t>‹N°›</a:t>
            </a:fld>
            <a:endParaRPr lang="en-US" dirty="0"/>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p:nvPr>
        </p:nvSpPr>
        <p:spPr>
          <a:xfrm>
            <a:off x="493775" y="4989044"/>
            <a:ext cx="11201399" cy="1225296"/>
          </a:xfrm>
        </p:spPr>
        <p:txBody>
          <a:bodyPr>
            <a:normAutofit/>
          </a:bodyPr>
          <a:lstStyle>
            <a:lvl1pPr marL="0" indent="0" algn="ctr">
              <a:buNone/>
              <a:defRPr sz="2400">
                <a:solidFill>
                  <a:schemeClr val="tx2">
                    <a:lumMod val="90000"/>
                    <a:lumOff val="10000"/>
                  </a:schemeClr>
                </a:solidFill>
              </a:defRPr>
            </a:lvl1pPr>
            <a:lvl2pPr marL="228600" indent="0" algn="ctr">
              <a:buNone/>
              <a:defRPr sz="2000">
                <a:solidFill>
                  <a:schemeClr val="tx2">
                    <a:lumMod val="90000"/>
                    <a:lumOff val="10000"/>
                  </a:schemeClr>
                </a:solidFill>
              </a:defRPr>
            </a:lvl2pPr>
            <a:lvl3pPr marL="457200" indent="0" algn="ctr">
              <a:buNone/>
              <a:defRPr sz="1800">
                <a:solidFill>
                  <a:schemeClr val="tx2">
                    <a:lumMod val="90000"/>
                    <a:lumOff val="10000"/>
                  </a:schemeClr>
                </a:solidFill>
              </a:defRPr>
            </a:lvl3pPr>
            <a:lvl4pPr marL="685800" indent="0" algn="ctr">
              <a:buNone/>
              <a:defRPr sz="1600">
                <a:solidFill>
                  <a:schemeClr val="tx2">
                    <a:lumMod val="90000"/>
                    <a:lumOff val="10000"/>
                  </a:schemeClr>
                </a:solidFill>
              </a:defRPr>
            </a:lvl4pPr>
            <a:lvl5pPr marL="914400" indent="0" algn="ctr">
              <a:buNone/>
              <a:defRPr sz="1400">
                <a:solidFill>
                  <a:schemeClr val="tx2">
                    <a:lumMod val="90000"/>
                    <a:lumOff val="1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86060012"/>
      </p:ext>
    </p:extLst>
  </p:cSld>
  <p:clrMapOvr>
    <a:overrideClrMapping bg1="lt1" tx1="dk1" bg2="lt2" tx2="dk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Big Number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493776" y="782804"/>
            <a:ext cx="11201400" cy="4206240"/>
          </a:xfrm>
        </p:spPr>
        <p:txBody>
          <a:bodyPr>
            <a:normAutofit/>
          </a:bodyPr>
          <a:lstStyle>
            <a:lvl1pPr algn="ctr">
              <a:defRPr sz="27800"/>
            </a:lvl1pPr>
          </a:lstStyle>
          <a:p>
            <a:r>
              <a:rPr lang="en-US"/>
              <a: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p>
            <a:fld id="{8277DECF-A97B-41DC-AF4A-66681CA83FE5}" type="datetime1">
              <a:rPr lang="en-US" smtClean="0"/>
              <a:t>4/2/2026</a:t>
            </a:fld>
            <a:endParaRPr lang="en-US" dirty="0"/>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p>
            <a:fld id="{CC057153-B650-4DEB-B370-79DDCFDCE934}" type="slidenum">
              <a:rPr lang="en-US" smtClean="0"/>
              <a:pPr/>
              <a:t>‹N°›</a:t>
            </a:fld>
            <a:endParaRPr lang="en-US" dirty="0"/>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p:nvPr>
        </p:nvSpPr>
        <p:spPr>
          <a:xfrm>
            <a:off x="493776" y="4989044"/>
            <a:ext cx="11201400" cy="1225296"/>
          </a:xfrm>
        </p:spPr>
        <p:txBody>
          <a:bodyPr>
            <a:normAutofit/>
          </a:bodyPr>
          <a:lstStyle>
            <a:lvl1pPr marL="0" indent="0" algn="ctr">
              <a:buNone/>
              <a:defRPr sz="2800"/>
            </a:lvl1pPr>
            <a:lvl2pPr marL="228600" indent="0" algn="ctr">
              <a:buNone/>
              <a:defRPr sz="2400"/>
            </a:lvl2pPr>
            <a:lvl3pPr marL="457200" indent="0" algn="ctr">
              <a:buNone/>
              <a:defRPr sz="2000"/>
            </a:lvl3pPr>
            <a:lvl4pPr marL="685800" indent="0" algn="ctr">
              <a:buNone/>
              <a:defRPr sz="1800"/>
            </a:lvl4pPr>
            <a:lvl5pPr marL="914400" indent="0" algn="ctr">
              <a:buNone/>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56399198"/>
      </p:ext>
    </p:extLst>
  </p:cSld>
  <p:clrMapOvr>
    <a:overrideClrMapping bg1="lt1" tx1="dk1" bg2="lt2" tx2="dk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Big Number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429768" y="603504"/>
            <a:ext cx="11201400" cy="4206240"/>
          </a:xfrm>
        </p:spPr>
        <p:txBody>
          <a:bodyPr>
            <a:normAutofit/>
          </a:bodyPr>
          <a:lstStyle>
            <a:lvl1pPr algn="l">
              <a:defRPr sz="27800">
                <a:solidFill>
                  <a:schemeClr val="tx2">
                    <a:lumMod val="90000"/>
                    <a:lumOff val="10000"/>
                  </a:schemeClr>
                </a:solidFill>
              </a:defRPr>
            </a:lvl1pPr>
          </a:lstStyle>
          <a:p>
            <a:r>
              <a:rPr lang="en-US"/>
              <a: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p>
            <a:fld id="{D26111A0-2254-4994-A5D3-9AD79EB3F933}" type="datetime1">
              <a:rPr lang="en-US" smtClean="0"/>
              <a:t>4/2/2026</a:t>
            </a:fld>
            <a:endParaRPr lang="en-US" dirty="0"/>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p>
            <a:fld id="{CC057153-B650-4DEB-B370-79DDCFDCE934}" type="slidenum">
              <a:rPr lang="en-US" smtClean="0"/>
              <a:pPr/>
              <a:t>‹N°›</a:t>
            </a:fld>
            <a:endParaRPr lang="en-US" dirty="0"/>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p:nvPr>
        </p:nvSpPr>
        <p:spPr>
          <a:xfrm>
            <a:off x="429768" y="4809744"/>
            <a:ext cx="5897880" cy="1353312"/>
          </a:xfrm>
        </p:spPr>
        <p:txBody>
          <a:bodyPr>
            <a:normAutofit/>
          </a:bodyPr>
          <a:lstStyle>
            <a:lvl1pPr marL="0" indent="0" algn="l">
              <a:buNone/>
              <a:defRPr sz="2800">
                <a:solidFill>
                  <a:schemeClr val="tx2">
                    <a:lumMod val="90000"/>
                    <a:lumOff val="10000"/>
                  </a:schemeClr>
                </a:solidFill>
              </a:defRPr>
            </a:lvl1pPr>
            <a:lvl2pPr marL="228600" indent="0" algn="l">
              <a:buNone/>
              <a:defRPr sz="2400">
                <a:solidFill>
                  <a:schemeClr val="tx2">
                    <a:lumMod val="90000"/>
                    <a:lumOff val="10000"/>
                  </a:schemeClr>
                </a:solidFill>
              </a:defRPr>
            </a:lvl2pPr>
            <a:lvl3pPr marL="457200" indent="0" algn="l">
              <a:buNone/>
              <a:defRPr sz="2000">
                <a:solidFill>
                  <a:schemeClr val="tx2">
                    <a:lumMod val="90000"/>
                    <a:lumOff val="10000"/>
                  </a:schemeClr>
                </a:solidFill>
              </a:defRPr>
            </a:lvl3pPr>
            <a:lvl4pPr marL="685800" indent="0" algn="l">
              <a:buNone/>
              <a:defRPr sz="1800">
                <a:solidFill>
                  <a:schemeClr val="tx2">
                    <a:lumMod val="90000"/>
                    <a:lumOff val="10000"/>
                  </a:schemeClr>
                </a:solidFill>
              </a:defRPr>
            </a:lvl4pPr>
            <a:lvl5pPr marL="914400" indent="0" algn="l">
              <a:buNone/>
              <a:defRPr sz="1600">
                <a:solidFill>
                  <a:schemeClr val="tx2">
                    <a:lumMod val="90000"/>
                    <a:lumOff val="1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16227468"/>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Statem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089F424F-DD47-401D-9D18-817E67BD3B1F}" type="datetime1">
              <a:rPr lang="en-US" smtClean="0"/>
              <a:t>4/2/2026</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‹N°›</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548640"/>
            <a:ext cx="8266176" cy="5605272"/>
          </a:xfrm>
        </p:spPr>
        <p:txBody>
          <a:bodyPr anchor="t">
            <a:noAutofit/>
          </a:bodyPr>
          <a:lstStyle>
            <a:lvl1pPr marL="0" indent="0">
              <a:lnSpc>
                <a:spcPct val="100000"/>
              </a:lnSpc>
              <a:buNone/>
              <a:defRPr sz="5000" b="1"/>
            </a:lvl1pPr>
            <a:lvl2pPr marL="228600" indent="0">
              <a:lnSpc>
                <a:spcPct val="100000"/>
              </a:lnSpc>
              <a:buNone/>
              <a:defRPr sz="4400" b="1"/>
            </a:lvl2pPr>
            <a:lvl3pPr marL="457200" indent="0">
              <a:lnSpc>
                <a:spcPct val="100000"/>
              </a:lnSpc>
              <a:buNone/>
              <a:defRPr sz="4000" b="1"/>
            </a:lvl3pPr>
            <a:lvl4pPr marL="685800" indent="0">
              <a:lnSpc>
                <a:spcPct val="100000"/>
              </a:lnSpc>
              <a:buNone/>
              <a:defRPr sz="3600" b="1"/>
            </a:lvl4pPr>
            <a:lvl5pPr marL="914400" indent="0">
              <a:lnSpc>
                <a:spcPct val="100000"/>
              </a:lnSpc>
              <a:buNone/>
              <a:defRPr sz="3200" b="1"/>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4641950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499616" y="1823376"/>
            <a:ext cx="9198864" cy="2875175"/>
          </a:xfrm>
        </p:spPr>
        <p:txBody>
          <a:bodyPr anchor="ctr">
            <a:normAutofit/>
          </a:bodyPr>
          <a:lstStyle>
            <a:lvl1pPr>
              <a:defRPr sz="4400"/>
            </a:lvl1pPr>
          </a:lstStyle>
          <a:p>
            <a:r>
              <a:rPr lang="en-US"/>
              <a:t>Click to edit Quote</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p>
            <a:fld id="{48D7413C-7B30-4D4D-A1FA-D692A0C1E972}" type="datetime1">
              <a:rPr lang="en-US" smtClean="0"/>
              <a:t>4/2/2026</a:t>
            </a:fld>
            <a:endParaRPr lang="en-US" dirty="0"/>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p>
            <a:fld id="{CC057153-B650-4DEB-B370-79DDCFDCE934}" type="slidenum">
              <a:rPr lang="en-US" smtClean="0"/>
              <a:pPr/>
              <a:t>‹N°›</a:t>
            </a:fld>
            <a:endParaRPr lang="en-US" dirty="0"/>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1499616" y="5276088"/>
            <a:ext cx="9198864" cy="466344"/>
          </a:xfrm>
        </p:spPr>
        <p:txBody>
          <a:bodyPr>
            <a:normAutofit/>
          </a:bodyPr>
          <a:lstStyle>
            <a:lvl1pPr marL="0" indent="0">
              <a:buNone/>
              <a:defRPr sz="2200" b="1">
                <a:solidFill>
                  <a:schemeClr val="tx2">
                    <a:lumMod val="75000"/>
                    <a:lumOff val="25000"/>
                  </a:schemeClr>
                </a:solidFill>
              </a:defRPr>
            </a:lvl1pPr>
            <a:lvl2pPr marL="228600" indent="0">
              <a:buNone/>
              <a:defRPr sz="2000" b="1">
                <a:solidFill>
                  <a:schemeClr val="tx2">
                    <a:lumMod val="75000"/>
                    <a:lumOff val="25000"/>
                  </a:schemeClr>
                </a:solidFill>
              </a:defRPr>
            </a:lvl2pPr>
            <a:lvl3pPr marL="457200" indent="0">
              <a:buNone/>
              <a:defRPr sz="1800" b="1">
                <a:solidFill>
                  <a:schemeClr val="tx2">
                    <a:lumMod val="75000"/>
                    <a:lumOff val="25000"/>
                  </a:schemeClr>
                </a:solidFill>
              </a:defRPr>
            </a:lvl3pPr>
            <a:lvl4pPr marL="685800" indent="0">
              <a:buNone/>
              <a:defRPr sz="1600" b="1">
                <a:solidFill>
                  <a:schemeClr val="tx2">
                    <a:lumMod val="75000"/>
                    <a:lumOff val="25000"/>
                  </a:schemeClr>
                </a:solidFill>
              </a:defRPr>
            </a:lvl4pPr>
            <a:lvl5pPr marL="914400" indent="0">
              <a:buNone/>
              <a:defRPr sz="1400" b="1">
                <a:solidFill>
                  <a:schemeClr val="tx2">
                    <a:lumMod val="75000"/>
                    <a:lumOff val="25000"/>
                  </a:schemeClr>
                </a:solidFill>
              </a:defRPr>
            </a:lvl5pPr>
          </a:lstStyle>
          <a:p>
            <a:pPr lvl="0"/>
            <a:r>
              <a:rPr lang="en-US"/>
              <a:t>Quote Author</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0850552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2">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04A9563B-AAD5-FEB6-A529-82D8BF95E524}"/>
              </a:ext>
            </a:extLst>
          </p:cNvPr>
          <p:cNvSpPr/>
          <p:nvPr userDrawn="1"/>
        </p:nvSpPr>
        <p:spPr>
          <a:xfrm>
            <a:off x="806386" y="760151"/>
            <a:ext cx="10579222" cy="5337698"/>
          </a:xfrm>
          <a:prstGeom prst="roundRect">
            <a:avLst>
              <a:gd name="adj" fmla="val 6093"/>
            </a:avLst>
          </a:pr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655064" y="2092751"/>
            <a:ext cx="8695944" cy="2128102"/>
          </a:xfrm>
        </p:spPr>
        <p:txBody>
          <a:bodyPr anchor="ctr">
            <a:normAutofit/>
          </a:bodyPr>
          <a:lstStyle>
            <a:lvl1pPr>
              <a:lnSpc>
                <a:spcPct val="100000"/>
              </a:lnSpc>
              <a:defRPr sz="3800"/>
            </a:lvl1pPr>
          </a:lstStyle>
          <a:p>
            <a:r>
              <a:rPr lang="en-US"/>
              <a:t>Click to edit Quote</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p>
            <a:fld id="{8E97ACF0-D0E5-42F4-84D4-22A9E823CF77}" type="datetime1">
              <a:rPr lang="en-US" smtClean="0"/>
              <a:t>4/2/2026</a:t>
            </a:fld>
            <a:endParaRPr lang="en-US" dirty="0"/>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p>
            <a:fld id="{CC057153-B650-4DEB-B370-79DDCFDCE934}" type="slidenum">
              <a:rPr lang="en-US" smtClean="0"/>
              <a:pPr/>
              <a:t>‹N°›</a:t>
            </a:fld>
            <a:endParaRPr lang="en-US" dirty="0"/>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1655064" y="5120640"/>
            <a:ext cx="8695944" cy="621792"/>
          </a:xfrm>
        </p:spPr>
        <p:txBody>
          <a:bodyPr vert="horz" lIns="91440" tIns="45720" rIns="91440" bIns="45720" rtlCol="0" anchor="ctr">
            <a:normAutofit/>
          </a:bodyPr>
          <a:lstStyle>
            <a:lvl1pPr marL="0" indent="0">
              <a:buNone/>
              <a:defRPr lang="en-US" b="1" dirty="0"/>
            </a:lvl1pPr>
            <a:lvl2pPr marL="228600" indent="0">
              <a:buNone/>
              <a:defRPr lang="en-US" b="1" dirty="0"/>
            </a:lvl2pPr>
            <a:lvl3pPr marL="457200" indent="0">
              <a:buNone/>
              <a:defRPr lang="en-US" b="1" dirty="0"/>
            </a:lvl3pPr>
            <a:lvl4pPr marL="685800" indent="0">
              <a:buNone/>
              <a:defRPr lang="en-US" b="1" dirty="0"/>
            </a:lvl4pPr>
            <a:lvl5pPr marL="914400" indent="0">
              <a:buNone/>
              <a:defRPr lang="en-US" b="1" dirty="0"/>
            </a:lvl5pPr>
          </a:lstStyle>
          <a:p>
            <a:pPr lvl="0"/>
            <a:r>
              <a:rPr lang="en-US"/>
              <a:t>Quote Author</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3394934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 preserve="1">
  <p:cSld name="Quote 3">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429768" y="438912"/>
            <a:ext cx="9619488" cy="4526280"/>
          </a:xfrm>
        </p:spPr>
        <p:txBody>
          <a:bodyPr anchor="ctr">
            <a:normAutofit/>
          </a:bodyPr>
          <a:lstStyle>
            <a:lvl1pPr algn="l">
              <a:lnSpc>
                <a:spcPct val="100000"/>
              </a:lnSpc>
              <a:defRPr sz="4800">
                <a:solidFill>
                  <a:schemeClr val="tx1"/>
                </a:solidFill>
              </a:defRPr>
            </a:lvl1pPr>
          </a:lstStyle>
          <a:p>
            <a:r>
              <a:rPr lang="en-US"/>
              <a:t>Click to edit Quote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965192"/>
            <a:ext cx="5431536" cy="1289304"/>
          </a:xfrm>
        </p:spPr>
        <p:txBody>
          <a:bodyPr anchor="b">
            <a:normAutofit/>
          </a:bodyPr>
          <a:lstStyle>
            <a:lvl1pPr marL="0" indent="0" algn="l">
              <a:buNone/>
              <a:defRPr sz="1800" b="1">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A3251199-E615-427B-A5E5-BCBDA8F51018}" type="datetime1">
              <a:rPr lang="en-US" smtClean="0"/>
              <a:t>4/2/2026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‹N°›</a:t>
            </a:fld>
            <a:endParaRPr lang="en-US" dirty="0"/>
          </a:p>
        </p:txBody>
      </p:sp>
    </p:spTree>
    <p:extLst>
      <p:ext uri="{BB962C8B-B14F-4D97-AF65-F5344CB8AC3E}">
        <p14:creationId xmlns:p14="http://schemas.microsoft.com/office/powerpoint/2010/main" val="309264890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type="title" preserve="1">
  <p:cSld name="Quote 4">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hasCustomPrompt="1"/>
          </p:nvPr>
        </p:nvSpPr>
        <p:spPr>
          <a:xfrm>
            <a:off x="429768" y="1179576"/>
            <a:ext cx="9317736" cy="3785616"/>
          </a:xfrm>
        </p:spPr>
        <p:txBody>
          <a:bodyPr anchor="b">
            <a:normAutofit/>
          </a:bodyPr>
          <a:lstStyle>
            <a:lvl1pPr algn="l">
              <a:lnSpc>
                <a:spcPct val="100000"/>
              </a:lnSpc>
              <a:defRPr sz="4800">
                <a:solidFill>
                  <a:schemeClr val="tx1"/>
                </a:solidFill>
              </a:defRPr>
            </a:lvl1pPr>
          </a:lstStyle>
          <a:p>
            <a:r>
              <a:rPr lang="en-US"/>
              <a:t>Click to edit Quote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965192"/>
            <a:ext cx="5431536" cy="1289304"/>
          </a:xfrm>
        </p:spPr>
        <p:txBody>
          <a:bodyPr anchor="ctr">
            <a:normAutofit/>
          </a:bodyPr>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747B4BA4-32EA-431A-AB26-BAE8D92C63E3}" type="datetime1">
              <a:rPr lang="en-US" smtClean="0"/>
              <a:t>4/2/2026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‹N°›</a:t>
            </a:fld>
            <a:endParaRPr lang="en-US" dirty="0"/>
          </a:p>
        </p:txBody>
      </p:sp>
    </p:spTree>
    <p:extLst>
      <p:ext uri="{BB962C8B-B14F-4D97-AF65-F5344CB8AC3E}">
        <p14:creationId xmlns:p14="http://schemas.microsoft.com/office/powerpoint/2010/main" val="342869866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7" y="294248"/>
            <a:ext cx="11164825" cy="958480"/>
          </a:xfrm>
        </p:spPr>
        <p:txBody>
          <a:bodyPr/>
          <a:lstStyle/>
          <a:p>
            <a:r>
              <a:rPr lang="en-US"/>
              <a:t>Click to edit Master title style</a:t>
            </a:r>
          </a:p>
        </p:txBody>
      </p:sp>
      <p:sp>
        <p:nvSpPr>
          <p:cNvPr id="9" name="Text Placeholder 8">
            <a:extLst>
              <a:ext uri="{FF2B5EF4-FFF2-40B4-BE49-F238E27FC236}">
                <a16:creationId xmlns:a16="http://schemas.microsoft.com/office/drawing/2014/main" id="{DA7BFCD9-16A4-5745-7BB3-7836095FF16B}"/>
              </a:ext>
            </a:extLst>
          </p:cNvPr>
          <p:cNvSpPr>
            <a:spLocks noGrp="1"/>
          </p:cNvSpPr>
          <p:nvPr>
            <p:ph type="body" sz="quarter" idx="13"/>
          </p:nvPr>
        </p:nvSpPr>
        <p:spPr>
          <a:xfrm>
            <a:off x="430213" y="2020825"/>
            <a:ext cx="5211762"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10">
            <a:extLst>
              <a:ext uri="{FF2B5EF4-FFF2-40B4-BE49-F238E27FC236}">
                <a16:creationId xmlns:a16="http://schemas.microsoft.com/office/drawing/2014/main" id="{F30EDC57-7D17-D4C8-5C60-A44A480EA997}"/>
              </a:ext>
            </a:extLst>
          </p:cNvPr>
          <p:cNvSpPr>
            <a:spLocks noGrp="1"/>
          </p:cNvSpPr>
          <p:nvPr>
            <p:ph type="body" sz="quarter" idx="14"/>
          </p:nvPr>
        </p:nvSpPr>
        <p:spPr>
          <a:xfrm>
            <a:off x="6381750" y="2020824"/>
            <a:ext cx="5213350"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EE6D1466-ECDE-4F85-B823-F4D8B83EBB2E}" type="datetime1">
              <a:rPr lang="en-US" smtClean="0"/>
              <a:t>4/2/2026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85077058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429768" y="276166"/>
            <a:ext cx="11164824" cy="976562"/>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429767" y="1380744"/>
            <a:ext cx="521208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0">
            <a:extLst>
              <a:ext uri="{FF2B5EF4-FFF2-40B4-BE49-F238E27FC236}">
                <a16:creationId xmlns:a16="http://schemas.microsoft.com/office/drawing/2014/main" id="{7B5BB1DC-4DAA-D220-25A9-5752C158FDD3}"/>
              </a:ext>
            </a:extLst>
          </p:cNvPr>
          <p:cNvSpPr>
            <a:spLocks noGrp="1"/>
          </p:cNvSpPr>
          <p:nvPr>
            <p:ph type="body" sz="quarter" idx="13"/>
          </p:nvPr>
        </p:nvSpPr>
        <p:spPr>
          <a:xfrm>
            <a:off x="430213" y="2020888"/>
            <a:ext cx="5211762"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82512" y="1380744"/>
            <a:ext cx="521208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Text Placeholder 12">
            <a:extLst>
              <a:ext uri="{FF2B5EF4-FFF2-40B4-BE49-F238E27FC236}">
                <a16:creationId xmlns:a16="http://schemas.microsoft.com/office/drawing/2014/main" id="{BAB67A04-5E8D-18C5-D47A-A5B5CFE568A1}"/>
              </a:ext>
            </a:extLst>
          </p:cNvPr>
          <p:cNvSpPr>
            <a:spLocks noGrp="1"/>
          </p:cNvSpPr>
          <p:nvPr>
            <p:ph type="body" sz="quarter" idx="14"/>
          </p:nvPr>
        </p:nvSpPr>
        <p:spPr>
          <a:xfrm>
            <a:off x="6381750" y="2020888"/>
            <a:ext cx="5213350"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75C97A98-0C51-469C-BACD-A8061021CA89}" type="datetime1">
              <a:rPr lang="en-US" smtClean="0"/>
              <a:t>4/2/2026</a:t>
            </a:fld>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dirty="0"/>
              <a:t>Sample Footer Text</a:t>
            </a:r>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390089229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81EE69C9-1D36-40F4-A523-45F51AF28AA4}" type="datetime1">
              <a:rPr lang="en-US" smtClean="0"/>
              <a:t>4/2/2026</a:t>
            </a:fld>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428544204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48C79C4A-3DBD-4004-8452-05A75E24FCD6}" type="datetime1">
              <a:rPr lang="en-US" smtClean="0"/>
              <a:t>4/2/2026</a:t>
            </a:fld>
            <a:endParaRPr lang="en-US" dirty="0"/>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dirty="0"/>
              <a:t>Sample Footer Text</a:t>
            </a:r>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337275333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429768" y="553616"/>
            <a:ext cx="3595634" cy="1757505"/>
          </a:xfrm>
        </p:spPr>
        <p:txBody>
          <a:bodyPr anchor="t">
            <a:normAutofit/>
          </a:bodyPr>
          <a:lstStyle>
            <a:lvl1pPr>
              <a:defRPr sz="2800"/>
            </a:lvl1pPr>
          </a:lstStyle>
          <a:p>
            <a:r>
              <a:rPr lang="en-US"/>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429769" y="2311121"/>
            <a:ext cx="3309608" cy="3993263"/>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6995" y="553616"/>
            <a:ext cx="6466741" cy="5752566"/>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52D46CB2-4E37-4210-82BA-175249E6070A}" type="datetime1">
              <a:rPr lang="en-US" smtClean="0"/>
              <a:t>4/2/2026</a:t>
            </a:fld>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424011315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429768" y="557784"/>
            <a:ext cx="3713996" cy="2212313"/>
          </a:xfrm>
        </p:spPr>
        <p:txBody>
          <a:bodyPr anchor="t">
            <a:normAutofit/>
          </a:bodyPr>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429767" y="2826137"/>
            <a:ext cx="3310128"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12" name="Picture Placeholder 2">
            <a:extLst>
              <a:ext uri="{FF2B5EF4-FFF2-40B4-BE49-F238E27FC236}">
                <a16:creationId xmlns:a16="http://schemas.microsoft.com/office/drawing/2014/main" id="{ADACA751-BBB2-3E33-EA6C-54B4A7F6842B}"/>
              </a:ext>
            </a:extLst>
          </p:cNvPr>
          <p:cNvSpPr>
            <a:spLocks noGrp="1"/>
          </p:cNvSpPr>
          <p:nvPr>
            <p:ph type="pic" idx="1"/>
          </p:nvPr>
        </p:nvSpPr>
        <p:spPr>
          <a:xfrm>
            <a:off x="5063319" y="342901"/>
            <a:ext cx="6785782" cy="6172198"/>
          </a:xfrm>
          <a:custGeom>
            <a:avLst/>
            <a:gdLst>
              <a:gd name="connsiteX0" fmla="*/ 264355 w 6785782"/>
              <a:gd name="connsiteY0" fmla="*/ 0 h 6172198"/>
              <a:gd name="connsiteX1" fmla="*/ 6521427 w 6785782"/>
              <a:gd name="connsiteY1" fmla="*/ 0 h 6172198"/>
              <a:gd name="connsiteX2" fmla="*/ 6785782 w 6785782"/>
              <a:gd name="connsiteY2" fmla="*/ 264355 h 6172198"/>
              <a:gd name="connsiteX3" fmla="*/ 6785782 w 6785782"/>
              <a:gd name="connsiteY3" fmla="*/ 5907843 h 6172198"/>
              <a:gd name="connsiteX4" fmla="*/ 6521427 w 6785782"/>
              <a:gd name="connsiteY4" fmla="*/ 6172198 h 6172198"/>
              <a:gd name="connsiteX5" fmla="*/ 264355 w 6785782"/>
              <a:gd name="connsiteY5" fmla="*/ 6172198 h 6172198"/>
              <a:gd name="connsiteX6" fmla="*/ 0 w 6785782"/>
              <a:gd name="connsiteY6" fmla="*/ 5907843 h 6172198"/>
              <a:gd name="connsiteX7" fmla="*/ 0 w 6785782"/>
              <a:gd name="connsiteY7" fmla="*/ 264355 h 6172198"/>
              <a:gd name="connsiteX8" fmla="*/ 264355 w 6785782"/>
              <a:gd name="connsiteY8" fmla="*/ 0 h 6172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85782" h="6172198">
                <a:moveTo>
                  <a:pt x="264355" y="0"/>
                </a:moveTo>
                <a:lnTo>
                  <a:pt x="6521427" y="0"/>
                </a:lnTo>
                <a:cubicBezTo>
                  <a:pt x="6667426" y="0"/>
                  <a:pt x="6785782" y="118356"/>
                  <a:pt x="6785782" y="264355"/>
                </a:cubicBezTo>
                <a:lnTo>
                  <a:pt x="6785782" y="5907843"/>
                </a:lnTo>
                <a:cubicBezTo>
                  <a:pt x="6785782" y="6053842"/>
                  <a:pt x="6667426" y="6172198"/>
                  <a:pt x="6521427" y="6172198"/>
                </a:cubicBezTo>
                <a:lnTo>
                  <a:pt x="264355" y="6172198"/>
                </a:lnTo>
                <a:cubicBezTo>
                  <a:pt x="118356" y="6172198"/>
                  <a:pt x="0" y="6053842"/>
                  <a:pt x="0" y="5907843"/>
                </a:cubicBezTo>
                <a:lnTo>
                  <a:pt x="0" y="264355"/>
                </a:lnTo>
                <a:cubicBezTo>
                  <a:pt x="0" y="118356"/>
                  <a:pt x="118356" y="0"/>
                  <a:pt x="264355" y="0"/>
                </a:cubicBezTo>
                <a:close/>
              </a:path>
            </a:pathLst>
          </a:custGeom>
          <a:blipFill>
            <a:blip r:embed="rId2"/>
            <a:stretch>
              <a:fillRect/>
            </a:stretch>
          </a:blipFill>
        </p:spPr>
        <p:txBody>
          <a:bodyPr wrap="square">
            <a:no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13C1E5A3-7F4C-49E3-8BC0-369192D6E25E}" type="datetime1">
              <a:rPr lang="en-US" smtClean="0"/>
              <a:t>4/2/2026</a:t>
            </a:fld>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322577325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nclusio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429768"/>
            <a:ext cx="10890374" cy="1627632"/>
          </a:xfrm>
        </p:spPr>
        <p:txBody>
          <a:bodyPr anchor="t">
            <a:noAutofit/>
          </a:bodyPr>
          <a:lstStyle>
            <a:lvl1pPr>
              <a:defRPr sz="8000"/>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429768" y="3264408"/>
            <a:ext cx="10890374"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F3A61D58-72A6-482D-AADB-8E04741403EA}" type="datetime1">
              <a:rPr lang="en-US" smtClean="0"/>
              <a:t>4/2/2026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2825208802"/>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onclusion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1627318"/>
            <a:ext cx="7370064" cy="1842020"/>
          </a:xfrm>
        </p:spPr>
        <p:txBody>
          <a:bodyPr anchor="b">
            <a:normAutofit/>
          </a:bodyPr>
          <a:lstStyle>
            <a:lvl1pPr>
              <a:defRPr sz="6000"/>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429768" y="3622673"/>
            <a:ext cx="7370064" cy="2231136"/>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A347CADA-FB65-457B-981F-BF99EB5D5551}" type="datetime1">
              <a:rPr lang="en-US" smtClean="0"/>
              <a:t>4/2/2026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a:t>
            </a:fld>
            <a:endParaRPr lang="en-US" dirty="0"/>
          </a:p>
        </p:txBody>
      </p:sp>
    </p:spTree>
    <p:extLst>
      <p:ext uri="{BB962C8B-B14F-4D97-AF65-F5344CB8AC3E}">
        <p14:creationId xmlns:p14="http://schemas.microsoft.com/office/powerpoint/2010/main" val="215404043"/>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429768" y="283464"/>
            <a:ext cx="10652760" cy="969264"/>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429768" y="1380744"/>
            <a:ext cx="10652760" cy="49011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429768" y="6519672"/>
            <a:ext cx="2843784" cy="338328"/>
          </a:xfrm>
          <a:prstGeom prst="rect">
            <a:avLst/>
          </a:prstGeom>
        </p:spPr>
        <p:txBody>
          <a:bodyPr vert="horz" lIns="91440" tIns="45720" rIns="91440" bIns="45720" rtlCol="0" anchor="ctr"/>
          <a:lstStyle>
            <a:lvl1pPr algn="l">
              <a:defRPr sz="800">
                <a:solidFill>
                  <a:schemeClr val="tx1"/>
                </a:solidFill>
              </a:defRPr>
            </a:lvl1pPr>
          </a:lstStyle>
          <a:p>
            <a:fld id="{37DA37B6-17A9-43D1-9FB6-07B3DE9B1CE5}" type="datetime1">
              <a:rPr lang="en-US" smtClean="0"/>
              <a:t>4/2/2026</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60536" y="6519672"/>
            <a:ext cx="2642616" cy="338328"/>
          </a:xfrm>
          <a:prstGeom prst="rect">
            <a:avLst/>
          </a:prstGeom>
        </p:spPr>
        <p:txBody>
          <a:bodyPr vert="horz" lIns="91440" tIns="45720" rIns="91440" bIns="45720" rtlCol="0" anchor="ctr"/>
          <a:lstStyle>
            <a:lvl1pPr algn="r">
              <a:defRPr sz="800">
                <a:solidFill>
                  <a:schemeClr val="tx1"/>
                </a:solidFill>
              </a:defRPr>
            </a:lvl1pPr>
          </a:lstStyle>
          <a:p>
            <a:r>
              <a:rPr lang="en-US" dirty="0"/>
              <a:t>Sample Footer Text</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475720" y="6519672"/>
            <a:ext cx="457200" cy="338328"/>
          </a:xfrm>
          <a:prstGeom prst="rect">
            <a:avLst/>
          </a:prstGeom>
        </p:spPr>
        <p:txBody>
          <a:bodyPr vert="horz" lIns="91440" tIns="45720" rIns="91440" bIns="45720" rtlCol="0" anchor="ctr"/>
          <a:lstStyle>
            <a:lvl1pPr algn="r">
              <a:defRPr sz="800">
                <a:solidFill>
                  <a:schemeClr val="tx1"/>
                </a:solidFill>
              </a:defRPr>
            </a:lvl1pPr>
          </a:lstStyle>
          <a:p>
            <a:fld id="{CC057153-B650-4DEB-B370-79DDCFDCE934}" type="slidenum">
              <a:rPr lang="en-US" smtClean="0"/>
              <a:pPr/>
              <a:t>‹N°›</a:t>
            </a:fld>
            <a:endParaRPr lang="en-US" dirty="0"/>
          </a:p>
        </p:txBody>
      </p:sp>
      <p:pic>
        <p:nvPicPr>
          <p:cNvPr id="8" name="Image 7" descr="Une image contenant texte, cercle, Graphique, capture d’écran&#10;&#10;Le contenu généré par l’IA peut être incorrect.">
            <a:extLst>
              <a:ext uri="{FF2B5EF4-FFF2-40B4-BE49-F238E27FC236}">
                <a16:creationId xmlns:a16="http://schemas.microsoft.com/office/drawing/2014/main" id="{3DD2CB6D-5011-D575-B130-F560676BD8B1}"/>
              </a:ext>
            </a:extLst>
          </p:cNvPr>
          <p:cNvPicPr>
            <a:picLocks noChangeAspect="1"/>
          </p:cNvPicPr>
          <p:nvPr userDrawn="1"/>
        </p:nvPicPr>
        <p:blipFill>
          <a:blip r:embed="rId54">
            <a:extLst>
              <a:ext uri="{28A0092B-C50C-407E-A947-70E740481C1C}">
                <a14:useLocalDpi xmlns:a14="http://schemas.microsoft.com/office/drawing/2010/main" val="0"/>
              </a:ext>
            </a:extLst>
          </a:blip>
          <a:stretch>
            <a:fillRect/>
          </a:stretch>
        </p:blipFill>
        <p:spPr>
          <a:xfrm>
            <a:off x="10187053" y="5931582"/>
            <a:ext cx="1821084" cy="700691"/>
          </a:xfrm>
          <a:prstGeom prst="rect">
            <a:avLst/>
          </a:prstGeom>
        </p:spPr>
      </p:pic>
    </p:spTree>
    <p:extLst>
      <p:ext uri="{BB962C8B-B14F-4D97-AF65-F5344CB8AC3E}">
        <p14:creationId xmlns:p14="http://schemas.microsoft.com/office/powerpoint/2010/main" val="138708272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Lst>
  <p:hf hdr="0" ftr="0" dt="0"/>
  <p:txStyles>
    <p:titleStyle>
      <a:lvl1pPr algn="l" defTabSz="914400" rtl="0" eaLnBrk="1" latinLnBrk="0" hangingPunct="1">
        <a:lnSpc>
          <a:spcPct val="90000"/>
        </a:lnSpc>
        <a:spcBef>
          <a:spcPct val="0"/>
        </a:spcBef>
        <a:buNone/>
        <a:defRPr sz="3200" b="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1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0.xml"/></Relationships>
</file>

<file path=ppt/slides/_rels/slide5.xml.rels><?xml version="1.0" encoding="UTF-8" standalone="yes"?>
<Relationships xmlns="http://schemas.openxmlformats.org/package/2006/relationships"><Relationship Id="rId3" Type="http://schemas.openxmlformats.org/officeDocument/2006/relationships/hyperlink" Target="https://cbulle.github.io/trips-road/" TargetMode="External"/><Relationship Id="rId2" Type="http://schemas.openxmlformats.org/officeDocument/2006/relationships/image" Target="../media/image15.pn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49.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30.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2.png"/><Relationship Id="rId1" Type="http://schemas.openxmlformats.org/officeDocument/2006/relationships/slideLayout" Target="../slideLayouts/slideLayout30.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1.xml"/><Relationship Id="rId1" Type="http://schemas.openxmlformats.org/officeDocument/2006/relationships/slideLayout" Target="../slideLayouts/slideLayout5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5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04E48"/>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623E51E-4C95-D8DF-028E-C99548E46882}"/>
              </a:ext>
            </a:extLst>
          </p:cNvPr>
          <p:cNvSpPr>
            <a:spLocks noGrp="1"/>
          </p:cNvSpPr>
          <p:nvPr>
            <p:ph type="ctrTitle"/>
          </p:nvPr>
        </p:nvSpPr>
        <p:spPr>
          <a:xfrm>
            <a:off x="1341109" y="541174"/>
            <a:ext cx="9509782" cy="1083674"/>
          </a:xfrm>
        </p:spPr>
        <p:txBody>
          <a:bodyPr anchor="b">
            <a:noAutofit/>
          </a:bodyPr>
          <a:lstStyle/>
          <a:p>
            <a:pPr algn="ctr"/>
            <a:r>
              <a:rPr lang="fr-FR" sz="3200" b="1" u="sng" noProof="0" dirty="0">
                <a:solidFill>
                  <a:schemeClr val="tx1">
                    <a:lumMod val="10000"/>
                    <a:lumOff val="90000"/>
                  </a:schemeClr>
                </a:solidFill>
              </a:rPr>
              <a:t>Présentation de Trips &amp; </a:t>
            </a:r>
            <a:r>
              <a:rPr lang="fr-FR" sz="3200" b="1" u="sng" noProof="0" dirty="0" err="1">
                <a:solidFill>
                  <a:schemeClr val="tx1">
                    <a:lumMod val="10000"/>
                    <a:lumOff val="90000"/>
                  </a:schemeClr>
                </a:solidFill>
              </a:rPr>
              <a:t>Roads</a:t>
            </a:r>
            <a:r>
              <a:rPr lang="fr-FR" sz="3200" b="1" u="sng" noProof="0" dirty="0">
                <a:solidFill>
                  <a:schemeClr val="tx1">
                    <a:lumMod val="10000"/>
                    <a:lumOff val="90000"/>
                  </a:schemeClr>
                </a:solidFill>
              </a:rPr>
              <a:t> </a:t>
            </a:r>
            <a:br>
              <a:rPr lang="fr-FR" sz="3200" b="1" u="sng" noProof="0" dirty="0">
                <a:solidFill>
                  <a:schemeClr val="tx1">
                    <a:lumMod val="10000"/>
                    <a:lumOff val="90000"/>
                  </a:schemeClr>
                </a:solidFill>
              </a:rPr>
            </a:br>
            <a:endParaRPr lang="fr-FR" sz="3200" b="1" u="sng" noProof="0" dirty="0">
              <a:solidFill>
                <a:schemeClr val="tx1">
                  <a:lumMod val="10000"/>
                  <a:lumOff val="90000"/>
                </a:schemeClr>
              </a:solidFill>
            </a:endParaRPr>
          </a:p>
        </p:txBody>
      </p:sp>
      <p:sp>
        <p:nvSpPr>
          <p:cNvPr id="5" name="Espace réservé du numéro de diapositive 4">
            <a:extLst>
              <a:ext uri="{FF2B5EF4-FFF2-40B4-BE49-F238E27FC236}">
                <a16:creationId xmlns:a16="http://schemas.microsoft.com/office/drawing/2014/main" id="{EA6FA867-1C95-AED8-72C0-11797A0744DB}"/>
              </a:ext>
            </a:extLst>
          </p:cNvPr>
          <p:cNvSpPr>
            <a:spLocks noGrp="1"/>
          </p:cNvSpPr>
          <p:nvPr>
            <p:ph type="sldNum" sz="quarter" idx="12"/>
          </p:nvPr>
        </p:nvSpPr>
        <p:spPr>
          <a:xfrm>
            <a:off x="11632162" y="6519672"/>
            <a:ext cx="429207" cy="365125"/>
          </a:xfrm>
        </p:spPr>
        <p:txBody>
          <a:bodyPr anchor="ctr">
            <a:normAutofit/>
          </a:bodyPr>
          <a:lstStyle/>
          <a:p>
            <a:pPr>
              <a:spcAft>
                <a:spcPts val="600"/>
              </a:spcAft>
            </a:pPr>
            <a:fld id="{CC057153-B650-4DEB-B370-79DDCFDCE934}" type="slidenum">
              <a:rPr lang="fr-FR" noProof="0" smtClean="0"/>
              <a:pPr>
                <a:spcAft>
                  <a:spcPts val="600"/>
                </a:spcAft>
              </a:pPr>
              <a:t>1</a:t>
            </a:fld>
            <a:endParaRPr lang="fr-FR" noProof="0" dirty="0"/>
          </a:p>
        </p:txBody>
      </p:sp>
      <p:pic>
        <p:nvPicPr>
          <p:cNvPr id="10" name="Image 9" descr="Une image contenant texte, Graphique, Police, graphisme&#10;&#10;Le contenu généré par l’IA peut être incorrect.">
            <a:extLst>
              <a:ext uri="{FF2B5EF4-FFF2-40B4-BE49-F238E27FC236}">
                <a16:creationId xmlns:a16="http://schemas.microsoft.com/office/drawing/2014/main" id="{5AD8D329-67CE-4CBE-4D1A-33EA9F3DD0D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87053" y="5931581"/>
            <a:ext cx="1821084" cy="700691"/>
          </a:xfrm>
          <a:prstGeom prst="rect">
            <a:avLst/>
          </a:prstGeom>
        </p:spPr>
      </p:pic>
      <p:pic>
        <p:nvPicPr>
          <p:cNvPr id="4" name="Image 3">
            <a:extLst>
              <a:ext uri="{FF2B5EF4-FFF2-40B4-BE49-F238E27FC236}">
                <a16:creationId xmlns:a16="http://schemas.microsoft.com/office/drawing/2014/main" id="{2FCAFB66-8223-B601-51EC-D3912E680228}"/>
              </a:ext>
            </a:extLst>
          </p:cNvPr>
          <p:cNvPicPr>
            <a:picLocks noChangeAspect="1"/>
          </p:cNvPicPr>
          <p:nvPr/>
        </p:nvPicPr>
        <p:blipFill>
          <a:blip r:embed="rId4"/>
          <a:stretch>
            <a:fillRect/>
          </a:stretch>
        </p:blipFill>
        <p:spPr>
          <a:xfrm>
            <a:off x="1814557" y="1595535"/>
            <a:ext cx="8562886" cy="4268161"/>
          </a:xfrm>
          <a:prstGeom prst="rect">
            <a:avLst/>
          </a:prstGeom>
        </p:spPr>
      </p:pic>
    </p:spTree>
    <p:extLst>
      <p:ext uri="{BB962C8B-B14F-4D97-AF65-F5344CB8AC3E}">
        <p14:creationId xmlns:p14="http://schemas.microsoft.com/office/powerpoint/2010/main" val="3282841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2C000C-BC0C-9F09-8861-6B98BFE69091}"/>
              </a:ext>
            </a:extLst>
          </p:cNvPr>
          <p:cNvSpPr>
            <a:spLocks noGrp="1"/>
          </p:cNvSpPr>
          <p:nvPr>
            <p:ph type="title"/>
          </p:nvPr>
        </p:nvSpPr>
        <p:spPr>
          <a:xfrm>
            <a:off x="280011" y="671771"/>
            <a:ext cx="11631978" cy="989057"/>
          </a:xfrm>
        </p:spPr>
        <p:txBody>
          <a:bodyPr anchor="t">
            <a:noAutofit/>
          </a:bodyPr>
          <a:lstStyle/>
          <a:p>
            <a:pPr algn="ctr"/>
            <a:r>
              <a:rPr lang="fr-FR" sz="4800" b="1" noProof="0" dirty="0"/>
              <a:t>Déroulement</a:t>
            </a:r>
            <a:r>
              <a:rPr lang="fr-FR" sz="5400" b="1" noProof="0" dirty="0"/>
              <a:t>  de la présentation</a:t>
            </a:r>
          </a:p>
        </p:txBody>
      </p:sp>
      <p:sp>
        <p:nvSpPr>
          <p:cNvPr id="3" name="Espace réservé du contenu 2">
            <a:extLst>
              <a:ext uri="{FF2B5EF4-FFF2-40B4-BE49-F238E27FC236}">
                <a16:creationId xmlns:a16="http://schemas.microsoft.com/office/drawing/2014/main" id="{E5C355B0-FCA8-0666-ED5D-08A1413A929D}"/>
              </a:ext>
            </a:extLst>
          </p:cNvPr>
          <p:cNvSpPr>
            <a:spLocks noGrp="1"/>
          </p:cNvSpPr>
          <p:nvPr>
            <p:ph sz="quarter" idx="13"/>
            <p:extLst>
              <p:ext uri="{E7BDC344-281C-4309-B0C6-D0EE65EED2A8}">
                <p202:designPr xmlns:p202="http://schemas.microsoft.com/office/powerpoint/2020/02/main">
                  <p202:designTagLst>
                    <p202:designTag name="ARCH:1:CLS" val="BulletedText"/>
                  </p202:designTagLst>
                </p202:designPr>
              </p:ext>
            </p:extLst>
          </p:nvPr>
        </p:nvSpPr>
        <p:spPr>
          <a:xfrm>
            <a:off x="614979" y="2449469"/>
            <a:ext cx="10962042" cy="2492921"/>
          </a:xfrm>
        </p:spPr>
        <p:txBody>
          <a:bodyPr>
            <a:normAutofit lnSpcReduction="10000"/>
          </a:bodyPr>
          <a:lstStyle/>
          <a:p>
            <a:pPr>
              <a:buFont typeface="Arial" panose="020B0604020202020204" pitchFamily="34" charset="0"/>
              <a:buChar char="•"/>
            </a:pPr>
            <a:r>
              <a:rPr lang="fr-FR" sz="2800" noProof="0" dirty="0"/>
              <a:t>Standardisation des pratiques de développement</a:t>
            </a:r>
          </a:p>
          <a:p>
            <a:pPr>
              <a:buFont typeface="Arial" panose="020B0604020202020204" pitchFamily="34" charset="0"/>
              <a:buChar char="•"/>
            </a:pPr>
            <a:r>
              <a:rPr lang="fr-FR" sz="2800" noProof="0" dirty="0"/>
              <a:t>Optimisations techniques</a:t>
            </a:r>
          </a:p>
          <a:p>
            <a:pPr>
              <a:buFont typeface="Arial" panose="020B0604020202020204" pitchFamily="34" charset="0"/>
              <a:buChar char="•"/>
            </a:pPr>
            <a:r>
              <a:rPr lang="fr-FR" sz="2800" noProof="0" dirty="0"/>
              <a:t>Rectification des axes d'amélioration identifiés</a:t>
            </a:r>
          </a:p>
          <a:p>
            <a:pPr>
              <a:buFont typeface="Arial" panose="020B0604020202020204" pitchFamily="34" charset="0"/>
              <a:buChar char="•"/>
            </a:pPr>
            <a:r>
              <a:rPr lang="fr-FR" sz="2800" noProof="0" dirty="0"/>
              <a:t>Démonstration technique généralisé </a:t>
            </a:r>
          </a:p>
          <a:p>
            <a:pPr>
              <a:buFont typeface="Arial" panose="020B0604020202020204" pitchFamily="34" charset="0"/>
              <a:buChar char="•"/>
            </a:pPr>
            <a:endParaRPr lang="fr-FR" sz="2800" noProof="0" dirty="0"/>
          </a:p>
          <a:p>
            <a:pPr>
              <a:buFont typeface="Arial" panose="020B0604020202020204" pitchFamily="34" charset="0"/>
              <a:buChar char="•"/>
            </a:pPr>
            <a:endParaRPr lang="fr-FR" noProof="0" dirty="0"/>
          </a:p>
        </p:txBody>
      </p:sp>
      <p:sp>
        <p:nvSpPr>
          <p:cNvPr id="5" name="Espace réservé du numéro de diapositive 4">
            <a:extLst>
              <a:ext uri="{FF2B5EF4-FFF2-40B4-BE49-F238E27FC236}">
                <a16:creationId xmlns:a16="http://schemas.microsoft.com/office/drawing/2014/main" id="{B8584D75-8A78-916A-B3A8-BCC73B8CB1AB}"/>
              </a:ext>
            </a:extLst>
          </p:cNvPr>
          <p:cNvSpPr>
            <a:spLocks noGrp="1"/>
          </p:cNvSpPr>
          <p:nvPr>
            <p:ph type="sldNum" sz="quarter" idx="12"/>
          </p:nvPr>
        </p:nvSpPr>
        <p:spPr/>
        <p:txBody>
          <a:bodyPr/>
          <a:lstStyle/>
          <a:p>
            <a:fld id="{CC057153-B650-4DEB-B370-79DDCFDCE934}" type="slidenum">
              <a:rPr lang="fr-FR" noProof="0" smtClean="0"/>
              <a:t>2</a:t>
            </a:fld>
            <a:endParaRPr lang="fr-FR" noProof="0" dirty="0"/>
          </a:p>
        </p:txBody>
      </p:sp>
    </p:spTree>
    <p:extLst>
      <p:ext uri="{BB962C8B-B14F-4D97-AF65-F5344CB8AC3E}">
        <p14:creationId xmlns:p14="http://schemas.microsoft.com/office/powerpoint/2010/main" val="288570626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rgbClr val="304E48"/>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D5BD137-EC0D-84A6-A064-17C989D27284}"/>
              </a:ext>
            </a:extLst>
          </p:cNvPr>
          <p:cNvSpPr>
            <a:spLocks noGrp="1"/>
          </p:cNvSpPr>
          <p:nvPr>
            <p:ph type="title"/>
          </p:nvPr>
        </p:nvSpPr>
        <p:spPr>
          <a:xfrm>
            <a:off x="440525" y="1853543"/>
            <a:ext cx="7772400" cy="4562856"/>
          </a:xfrm>
        </p:spPr>
        <p:txBody>
          <a:bodyPr anchor="b">
            <a:normAutofit/>
          </a:bodyPr>
          <a:lstStyle/>
          <a:p>
            <a:r>
              <a:rPr lang="fr-FR" sz="6600" b="1" noProof="0" dirty="0">
                <a:solidFill>
                  <a:schemeClr val="bg1"/>
                </a:solidFill>
              </a:rPr>
              <a:t>Standardisation des pratiques de développement</a:t>
            </a:r>
          </a:p>
        </p:txBody>
      </p:sp>
      <p:sp>
        <p:nvSpPr>
          <p:cNvPr id="4" name="Espace réservé du numéro de diapositive 3">
            <a:extLst>
              <a:ext uri="{FF2B5EF4-FFF2-40B4-BE49-F238E27FC236}">
                <a16:creationId xmlns:a16="http://schemas.microsoft.com/office/drawing/2014/main" id="{AEEB4994-734B-68AC-CD78-23C14BCED7F9}"/>
              </a:ext>
            </a:extLst>
          </p:cNvPr>
          <p:cNvSpPr>
            <a:spLocks noGrp="1"/>
          </p:cNvSpPr>
          <p:nvPr>
            <p:ph type="sldNum" sz="quarter" idx="12"/>
          </p:nvPr>
        </p:nvSpPr>
        <p:spPr/>
        <p:txBody>
          <a:bodyPr/>
          <a:lstStyle/>
          <a:p>
            <a:fld id="{84145AC3-CC88-4C8A-A6CE-8D44921B6A23}" type="slidenum">
              <a:rPr lang="fr-FR" noProof="0" smtClean="0"/>
              <a:pPr/>
              <a:t>3</a:t>
            </a:fld>
            <a:endParaRPr lang="fr-FR" noProof="0" dirty="0"/>
          </a:p>
        </p:txBody>
      </p:sp>
      <p:pic>
        <p:nvPicPr>
          <p:cNvPr id="6" name="Image 5" descr="Une image contenant texte, Graphique, Police, graphisme&#10;&#10;Le contenu généré par l’IA peut être incorrect.">
            <a:extLst>
              <a:ext uri="{FF2B5EF4-FFF2-40B4-BE49-F238E27FC236}">
                <a16:creationId xmlns:a16="http://schemas.microsoft.com/office/drawing/2014/main" id="{A7A6C0C9-9D3F-77AF-9C04-6B7876C1E0E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87053" y="5931581"/>
            <a:ext cx="1821084" cy="700691"/>
          </a:xfrm>
          <a:prstGeom prst="rect">
            <a:avLst/>
          </a:prstGeom>
        </p:spPr>
      </p:pic>
    </p:spTree>
    <p:extLst>
      <p:ext uri="{BB962C8B-B14F-4D97-AF65-F5344CB8AC3E}">
        <p14:creationId xmlns:p14="http://schemas.microsoft.com/office/powerpoint/2010/main" val="311164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7F3DAE45-75E9-4C51-9D0C-4844443361FD}"/>
              </a:ext>
            </a:extLst>
          </p:cNvPr>
          <p:cNvSpPr>
            <a:spLocks noGrp="1"/>
          </p:cNvSpPr>
          <p:nvPr>
            <p:ph type="title"/>
          </p:nvPr>
        </p:nvSpPr>
        <p:spPr>
          <a:xfrm>
            <a:off x="880975" y="197047"/>
            <a:ext cx="11527805" cy="1089988"/>
          </a:xfrm>
        </p:spPr>
        <p:txBody>
          <a:bodyPr>
            <a:normAutofit/>
          </a:bodyPr>
          <a:lstStyle/>
          <a:p>
            <a:r>
              <a:rPr lang="fr-FR" sz="4800" b="1" noProof="0" dirty="0"/>
              <a:t>Design pattern</a:t>
            </a:r>
          </a:p>
        </p:txBody>
      </p:sp>
      <p:sp>
        <p:nvSpPr>
          <p:cNvPr id="21" name="Espace réservé du numéro de diapositive 20">
            <a:extLst>
              <a:ext uri="{FF2B5EF4-FFF2-40B4-BE49-F238E27FC236}">
                <a16:creationId xmlns:a16="http://schemas.microsoft.com/office/drawing/2014/main" id="{F92D5885-E142-554E-4723-BE9DE397C79A}"/>
              </a:ext>
            </a:extLst>
          </p:cNvPr>
          <p:cNvSpPr>
            <a:spLocks noGrp="1"/>
          </p:cNvSpPr>
          <p:nvPr>
            <p:ph type="sldNum" sz="quarter" idx="12"/>
          </p:nvPr>
        </p:nvSpPr>
        <p:spPr/>
        <p:txBody>
          <a:bodyPr/>
          <a:lstStyle/>
          <a:p>
            <a:fld id="{CC057153-B650-4DEB-B370-79DDCFDCE934}" type="slidenum">
              <a:rPr lang="fr-FR" noProof="0" smtClean="0"/>
              <a:t>4</a:t>
            </a:fld>
            <a:endParaRPr lang="fr-FR" noProof="0" dirty="0"/>
          </a:p>
        </p:txBody>
      </p:sp>
      <p:pic>
        <p:nvPicPr>
          <p:cNvPr id="1026" name="Picture 2" descr="Web development agency with CakePHP : App Design">
            <a:extLst>
              <a:ext uri="{FF2B5EF4-FFF2-40B4-BE49-F238E27FC236}">
                <a16:creationId xmlns:a16="http://schemas.microsoft.com/office/drawing/2014/main" id="{9AF7EFAA-B48E-82B6-D91D-F5F67DC8341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7120" y="895149"/>
            <a:ext cx="5109278" cy="2759010"/>
          </a:xfrm>
          <a:prstGeom prst="rect">
            <a:avLst/>
          </a:prstGeom>
          <a:noFill/>
          <a:extLst>
            <a:ext uri="{909E8E84-426E-40DD-AFC4-6F175D3DCCD1}">
              <a14:hiddenFill xmlns:a14="http://schemas.microsoft.com/office/drawing/2010/main">
                <a:solidFill>
                  <a:srgbClr val="FFFFFF"/>
                </a:solidFill>
              </a14:hiddenFill>
            </a:ext>
          </a:extLst>
        </p:spPr>
      </p:pic>
      <p:pic>
        <p:nvPicPr>
          <p:cNvPr id="7" name="Image 6">
            <a:extLst>
              <a:ext uri="{FF2B5EF4-FFF2-40B4-BE49-F238E27FC236}">
                <a16:creationId xmlns:a16="http://schemas.microsoft.com/office/drawing/2014/main" id="{265F441D-51CE-588B-64F0-9AF7B2050811}"/>
              </a:ext>
            </a:extLst>
          </p:cNvPr>
          <p:cNvPicPr>
            <a:picLocks noChangeAspect="1"/>
          </p:cNvPicPr>
          <p:nvPr/>
        </p:nvPicPr>
        <p:blipFill>
          <a:blip r:embed="rId3"/>
          <a:stretch>
            <a:fillRect/>
          </a:stretch>
        </p:blipFill>
        <p:spPr>
          <a:xfrm>
            <a:off x="6096000" y="298580"/>
            <a:ext cx="3999722" cy="6148178"/>
          </a:xfrm>
          <a:prstGeom prst="rect">
            <a:avLst/>
          </a:prstGeom>
        </p:spPr>
      </p:pic>
      <p:sp>
        <p:nvSpPr>
          <p:cNvPr id="8" name="ZoneTexte 7">
            <a:extLst>
              <a:ext uri="{FF2B5EF4-FFF2-40B4-BE49-F238E27FC236}">
                <a16:creationId xmlns:a16="http://schemas.microsoft.com/office/drawing/2014/main" id="{720FD5D6-5FCC-D503-9C1B-D0AE8ADAE66A}"/>
              </a:ext>
            </a:extLst>
          </p:cNvPr>
          <p:cNvSpPr txBox="1"/>
          <p:nvPr/>
        </p:nvSpPr>
        <p:spPr>
          <a:xfrm>
            <a:off x="466531" y="3429000"/>
            <a:ext cx="5309118" cy="2308324"/>
          </a:xfrm>
          <a:prstGeom prst="rect">
            <a:avLst/>
          </a:prstGeom>
          <a:noFill/>
        </p:spPr>
        <p:txBody>
          <a:bodyPr wrap="square" rtlCol="0">
            <a:spAutoFit/>
          </a:bodyPr>
          <a:lstStyle/>
          <a:p>
            <a:r>
              <a:rPr lang="fr-FR" sz="2400" noProof="0" dirty="0"/>
              <a:t>Migration cake </a:t>
            </a:r>
            <a:r>
              <a:rPr lang="fr-FR" sz="2400" noProof="0" dirty="0" err="1"/>
              <a:t>php</a:t>
            </a:r>
            <a:r>
              <a:rPr lang="fr-FR" sz="2400" noProof="0" dirty="0"/>
              <a:t> : </a:t>
            </a:r>
          </a:p>
          <a:p>
            <a:endParaRPr lang="fr-FR" sz="2400" noProof="0" dirty="0"/>
          </a:p>
          <a:p>
            <a:pPr marL="342900" indent="-342900">
              <a:buFont typeface="Arial" panose="020B0604020202020204" pitchFamily="34" charset="0"/>
              <a:buChar char="•"/>
            </a:pPr>
            <a:r>
              <a:rPr lang="fr-FR" sz="2400" noProof="0" dirty="0"/>
              <a:t>3 semaines de travail</a:t>
            </a:r>
            <a:br>
              <a:rPr lang="fr-FR" sz="2400" noProof="0" dirty="0"/>
            </a:br>
            <a:endParaRPr lang="fr-FR" sz="2400" noProof="0" dirty="0"/>
          </a:p>
          <a:p>
            <a:pPr marL="342900" indent="-342900">
              <a:buFont typeface="Arial" panose="020B0604020202020204" pitchFamily="34" charset="0"/>
              <a:buChar char="•"/>
            </a:pPr>
            <a:r>
              <a:rPr lang="fr-FR" sz="2400" noProof="0" dirty="0"/>
              <a:t>refonte totale du fonctionnement de l’app</a:t>
            </a:r>
          </a:p>
        </p:txBody>
      </p:sp>
    </p:spTree>
    <p:extLst>
      <p:ext uri="{BB962C8B-B14F-4D97-AF65-F5344CB8AC3E}">
        <p14:creationId xmlns:p14="http://schemas.microsoft.com/office/powerpoint/2010/main" val="27996660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id="{738334F1-DE58-8E22-3A3E-6EED4D67647D}"/>
              </a:ext>
            </a:extLst>
          </p:cNvPr>
          <p:cNvSpPr>
            <a:spLocks noGrp="1"/>
          </p:cNvSpPr>
          <p:nvPr>
            <p:ph type="sldNum" sz="quarter" idx="12"/>
          </p:nvPr>
        </p:nvSpPr>
        <p:spPr/>
        <p:txBody>
          <a:bodyPr/>
          <a:lstStyle/>
          <a:p>
            <a:fld id="{84145AC3-CC88-4C8A-A6CE-8D44921B6A23}" type="slidenum">
              <a:rPr lang="en-US" smtClean="0"/>
              <a:pPr/>
              <a:t>5</a:t>
            </a:fld>
            <a:endParaRPr lang="en-US" dirty="0"/>
          </a:p>
        </p:txBody>
      </p:sp>
      <p:sp>
        <p:nvSpPr>
          <p:cNvPr id="5" name="Titre 1">
            <a:extLst>
              <a:ext uri="{FF2B5EF4-FFF2-40B4-BE49-F238E27FC236}">
                <a16:creationId xmlns:a16="http://schemas.microsoft.com/office/drawing/2014/main" id="{ED57D25A-1ABE-D15D-43C6-F309784FE7D6}"/>
              </a:ext>
            </a:extLst>
          </p:cNvPr>
          <p:cNvSpPr>
            <a:spLocks noGrp="1"/>
          </p:cNvSpPr>
          <p:nvPr>
            <p:ph type="title"/>
          </p:nvPr>
        </p:nvSpPr>
        <p:spPr>
          <a:xfrm>
            <a:off x="2712875" y="267180"/>
            <a:ext cx="6766249" cy="740664"/>
          </a:xfrm>
        </p:spPr>
        <p:txBody>
          <a:bodyPr>
            <a:normAutofit/>
          </a:bodyPr>
          <a:lstStyle/>
          <a:p>
            <a:pPr algn="ctr"/>
            <a:r>
              <a:rPr lang="fr-FR" sz="3000" b="1" dirty="0"/>
              <a:t>Application de Framework MVC</a:t>
            </a:r>
          </a:p>
        </p:txBody>
      </p:sp>
      <p:pic>
        <p:nvPicPr>
          <p:cNvPr id="2050" name="Picture 2" descr="1) PHP › Guide Complet : Design Pattern MVC - laConsole">
            <a:extLst>
              <a:ext uri="{FF2B5EF4-FFF2-40B4-BE49-F238E27FC236}">
                <a16:creationId xmlns:a16="http://schemas.microsoft.com/office/drawing/2014/main" id="{21EC6604-F911-DBF2-4957-F611ADC3FC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2506" y="1229129"/>
            <a:ext cx="7446986" cy="4188930"/>
          </a:xfrm>
          <a:prstGeom prst="rect">
            <a:avLst/>
          </a:prstGeom>
          <a:noFill/>
          <a:extLst>
            <a:ext uri="{909E8E84-426E-40DD-AFC4-6F175D3DCCD1}">
              <a14:hiddenFill xmlns:a14="http://schemas.microsoft.com/office/drawing/2010/main">
                <a:solidFill>
                  <a:srgbClr val="FFFFFF"/>
                </a:solidFill>
              </a14:hiddenFill>
            </a:ext>
          </a:extLst>
        </p:spPr>
      </p:pic>
      <p:sp>
        <p:nvSpPr>
          <p:cNvPr id="6" name="ZoneTexte 5">
            <a:extLst>
              <a:ext uri="{FF2B5EF4-FFF2-40B4-BE49-F238E27FC236}">
                <a16:creationId xmlns:a16="http://schemas.microsoft.com/office/drawing/2014/main" id="{013704EE-3D0D-4E16-65A3-3748D32BCB14}"/>
              </a:ext>
            </a:extLst>
          </p:cNvPr>
          <p:cNvSpPr txBox="1"/>
          <p:nvPr/>
        </p:nvSpPr>
        <p:spPr>
          <a:xfrm>
            <a:off x="3198844" y="5418059"/>
            <a:ext cx="5794310" cy="461665"/>
          </a:xfrm>
          <a:prstGeom prst="rect">
            <a:avLst/>
          </a:prstGeom>
          <a:noFill/>
        </p:spPr>
        <p:txBody>
          <a:bodyPr wrap="square" rtlCol="0">
            <a:spAutoFit/>
          </a:bodyPr>
          <a:lstStyle/>
          <a:p>
            <a:pPr algn="ctr"/>
            <a:r>
              <a:rPr lang="fr-FR" sz="2400" dirty="0">
                <a:hlinkClick r:id="rId3"/>
              </a:rPr>
              <a:t>documentation du projet</a:t>
            </a:r>
            <a:endParaRPr lang="fr-FR" sz="2400" dirty="0"/>
          </a:p>
        </p:txBody>
      </p:sp>
      <p:sp>
        <p:nvSpPr>
          <p:cNvPr id="2" name="Rectangle 1">
            <a:extLst>
              <a:ext uri="{FF2B5EF4-FFF2-40B4-BE49-F238E27FC236}">
                <a16:creationId xmlns:a16="http://schemas.microsoft.com/office/drawing/2014/main" id="{53656759-0F39-846F-86B1-6D948C926DC6}"/>
              </a:ext>
            </a:extLst>
          </p:cNvPr>
          <p:cNvSpPr/>
          <p:nvPr/>
        </p:nvSpPr>
        <p:spPr>
          <a:xfrm rot="18914201">
            <a:off x="7996671" y="3556282"/>
            <a:ext cx="168781" cy="873857"/>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C7EFB70C-5BC6-9418-E099-589692BB0EFC}"/>
              </a:ext>
            </a:extLst>
          </p:cNvPr>
          <p:cNvSpPr/>
          <p:nvPr/>
        </p:nvSpPr>
        <p:spPr>
          <a:xfrm>
            <a:off x="3753111" y="3323594"/>
            <a:ext cx="1402080" cy="5467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solidFill>
                <a:schemeClr val="bg1"/>
              </a:solidFill>
            </a:endParaRPr>
          </a:p>
        </p:txBody>
      </p:sp>
      <p:cxnSp>
        <p:nvCxnSpPr>
          <p:cNvPr id="7" name="Connecteur droit avec flèche 6">
            <a:extLst>
              <a:ext uri="{FF2B5EF4-FFF2-40B4-BE49-F238E27FC236}">
                <a16:creationId xmlns:a16="http://schemas.microsoft.com/office/drawing/2014/main" id="{CA02DB25-2C36-1761-153B-A5CE7A31C6E1}"/>
              </a:ext>
            </a:extLst>
          </p:cNvPr>
          <p:cNvCxnSpPr>
            <a:cxnSpLocks/>
          </p:cNvCxnSpPr>
          <p:nvPr/>
        </p:nvCxnSpPr>
        <p:spPr>
          <a:xfrm flipH="1" flipV="1">
            <a:off x="3820160" y="3500120"/>
            <a:ext cx="3708000" cy="108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ZoneTexte 9">
            <a:extLst>
              <a:ext uri="{FF2B5EF4-FFF2-40B4-BE49-F238E27FC236}">
                <a16:creationId xmlns:a16="http://schemas.microsoft.com/office/drawing/2014/main" id="{6551900E-CA85-F2F4-1116-F40DAF283DF3}"/>
              </a:ext>
            </a:extLst>
          </p:cNvPr>
          <p:cNvSpPr txBox="1"/>
          <p:nvPr/>
        </p:nvSpPr>
        <p:spPr>
          <a:xfrm>
            <a:off x="3820160" y="3931783"/>
            <a:ext cx="1316736" cy="400110"/>
          </a:xfrm>
          <a:prstGeom prst="rect">
            <a:avLst/>
          </a:prstGeom>
          <a:noFill/>
        </p:spPr>
        <p:txBody>
          <a:bodyPr wrap="square" rtlCol="0">
            <a:spAutoFit/>
          </a:bodyPr>
          <a:lstStyle/>
          <a:p>
            <a:pPr algn="ctr"/>
            <a:r>
              <a:rPr lang="fr-FR" sz="1000" b="1" dirty="0">
                <a:latin typeface="Arial" panose="020B0604020202020204" pitchFamily="34" charset="0"/>
                <a:cs typeface="Arial" panose="020B0604020202020204" pitchFamily="34" charset="0"/>
              </a:rPr>
              <a:t>Retourne la page </a:t>
            </a:r>
          </a:p>
          <a:p>
            <a:pPr algn="ctr"/>
            <a:r>
              <a:rPr lang="fr-FR" sz="1000" b="1" dirty="0">
                <a:solidFill>
                  <a:srgbClr val="5946EF"/>
                </a:solidFill>
                <a:latin typeface="Arial" panose="020B0604020202020204" pitchFamily="34" charset="0"/>
                <a:cs typeface="Arial" panose="020B0604020202020204" pitchFamily="34" charset="0"/>
              </a:rPr>
              <a:t>réponse html</a:t>
            </a:r>
          </a:p>
        </p:txBody>
      </p:sp>
    </p:spTree>
    <p:extLst>
      <p:ext uri="{BB962C8B-B14F-4D97-AF65-F5344CB8AC3E}">
        <p14:creationId xmlns:p14="http://schemas.microsoft.com/office/powerpoint/2010/main" val="810521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000FBAD-5C91-6BD4-D4F2-F87CCA9F01B4}"/>
              </a:ext>
            </a:extLst>
          </p:cNvPr>
          <p:cNvSpPr>
            <a:spLocks noGrp="1"/>
          </p:cNvSpPr>
          <p:nvPr>
            <p:ph type="title"/>
          </p:nvPr>
        </p:nvSpPr>
        <p:spPr>
          <a:xfrm>
            <a:off x="2363934" y="375524"/>
            <a:ext cx="7464131" cy="810956"/>
          </a:xfrm>
        </p:spPr>
        <p:txBody>
          <a:bodyPr vert="horz" lIns="91440" tIns="45720" rIns="91440" bIns="45720" rtlCol="0" anchor="b">
            <a:normAutofit fontScale="90000"/>
          </a:bodyPr>
          <a:lstStyle/>
          <a:p>
            <a:pPr algn="ctr"/>
            <a:r>
              <a:rPr lang="fr-FR" b="1" kern="1200" noProof="0" dirty="0">
                <a:latin typeface="+mj-lt"/>
                <a:ea typeface="+mj-ea"/>
                <a:cs typeface="+mj-cs"/>
              </a:rPr>
              <a:t>Convention de nommage</a:t>
            </a:r>
            <a:endParaRPr lang="fr-FR" sz="3000" b="1" kern="1200" noProof="0" dirty="0">
              <a:latin typeface="+mj-lt"/>
              <a:ea typeface="+mj-ea"/>
              <a:cs typeface="+mj-cs"/>
            </a:endParaRPr>
          </a:p>
        </p:txBody>
      </p:sp>
      <p:sp>
        <p:nvSpPr>
          <p:cNvPr id="7" name="Espace réservé du numéro de diapositive 6">
            <a:extLst>
              <a:ext uri="{FF2B5EF4-FFF2-40B4-BE49-F238E27FC236}">
                <a16:creationId xmlns:a16="http://schemas.microsoft.com/office/drawing/2014/main" id="{6F3CA2E0-C9EF-DE50-3CE0-693143D767A0}"/>
              </a:ext>
            </a:extLst>
          </p:cNvPr>
          <p:cNvSpPr>
            <a:spLocks noGrp="1"/>
          </p:cNvSpPr>
          <p:nvPr>
            <p:ph type="sldNum" sz="quarter" idx="12"/>
          </p:nvPr>
        </p:nvSpPr>
        <p:spPr/>
        <p:txBody>
          <a:bodyPr/>
          <a:lstStyle/>
          <a:p>
            <a:fld id="{CC057153-B650-4DEB-B370-79DDCFDCE934}" type="slidenum">
              <a:rPr lang="fr-FR" noProof="0" smtClean="0"/>
              <a:t>6</a:t>
            </a:fld>
            <a:endParaRPr lang="fr-FR" noProof="0" dirty="0"/>
          </a:p>
        </p:txBody>
      </p:sp>
      <p:sp>
        <p:nvSpPr>
          <p:cNvPr id="17" name="ZoneTexte 16">
            <a:extLst>
              <a:ext uri="{FF2B5EF4-FFF2-40B4-BE49-F238E27FC236}">
                <a16:creationId xmlns:a16="http://schemas.microsoft.com/office/drawing/2014/main" id="{59C386F1-7C53-E67B-F398-EEA98B5A06F4}"/>
              </a:ext>
            </a:extLst>
          </p:cNvPr>
          <p:cNvSpPr txBox="1"/>
          <p:nvPr/>
        </p:nvSpPr>
        <p:spPr>
          <a:xfrm>
            <a:off x="1807259" y="4082664"/>
            <a:ext cx="9314831" cy="1569660"/>
          </a:xfrm>
          <a:prstGeom prst="rect">
            <a:avLst/>
          </a:prstGeom>
          <a:noFill/>
        </p:spPr>
        <p:txBody>
          <a:bodyPr wrap="square" numCol="2" anchor="ctr">
            <a:spAutoFit/>
          </a:bodyPr>
          <a:lstStyle/>
          <a:p>
            <a:pPr marL="285750" indent="-285750">
              <a:buFont typeface="Arial" panose="020B0604020202020204" pitchFamily="34" charset="0"/>
              <a:buChar char="•"/>
            </a:pPr>
            <a:r>
              <a:rPr lang="fr-FR" sz="2400" noProof="0" dirty="0"/>
              <a:t>Optimisation de la lisibilité</a:t>
            </a:r>
          </a:p>
          <a:p>
            <a:pPr marL="285750" indent="-285750">
              <a:buFont typeface="Arial" panose="020B0604020202020204" pitchFamily="34" charset="0"/>
              <a:buChar char="•"/>
            </a:pPr>
            <a:endParaRPr lang="fr-FR" sz="2400" noProof="0" dirty="0"/>
          </a:p>
          <a:p>
            <a:pPr marL="285750" indent="-285750">
              <a:buFont typeface="Arial" panose="020B0604020202020204" pitchFamily="34" charset="0"/>
              <a:buChar char="•"/>
            </a:pPr>
            <a:endParaRPr lang="fr-FR" sz="2400" dirty="0"/>
          </a:p>
          <a:p>
            <a:pPr marL="285750" indent="-285750">
              <a:buFont typeface="Arial" panose="020B0604020202020204" pitchFamily="34" charset="0"/>
              <a:buChar char="•"/>
            </a:pPr>
            <a:endParaRPr lang="fr-FR" sz="2400" dirty="0"/>
          </a:p>
          <a:p>
            <a:pPr marL="285750" indent="-285750">
              <a:buFont typeface="Arial" panose="020B0604020202020204" pitchFamily="34" charset="0"/>
              <a:buChar char="•"/>
            </a:pPr>
            <a:r>
              <a:rPr lang="fr-FR" sz="2400" noProof="0" dirty="0"/>
              <a:t>Normalisation du code </a:t>
            </a:r>
          </a:p>
          <a:p>
            <a:pPr marL="285750" indent="-285750">
              <a:buFont typeface="Arial" panose="020B0604020202020204" pitchFamily="34" charset="0"/>
              <a:buChar char="•"/>
            </a:pPr>
            <a:endParaRPr lang="fr-FR" sz="2400" dirty="0"/>
          </a:p>
          <a:p>
            <a:endParaRPr lang="fr-FR" sz="2800" noProof="0" dirty="0"/>
          </a:p>
        </p:txBody>
      </p:sp>
      <p:pic>
        <p:nvPicPr>
          <p:cNvPr id="4" name="Image 3">
            <a:extLst>
              <a:ext uri="{FF2B5EF4-FFF2-40B4-BE49-F238E27FC236}">
                <a16:creationId xmlns:a16="http://schemas.microsoft.com/office/drawing/2014/main" id="{E490FDC9-0E18-9D3D-337E-92964A5391F4}"/>
              </a:ext>
            </a:extLst>
          </p:cNvPr>
          <p:cNvPicPr>
            <a:picLocks noChangeAspect="1"/>
          </p:cNvPicPr>
          <p:nvPr/>
        </p:nvPicPr>
        <p:blipFill>
          <a:blip r:embed="rId3"/>
          <a:stretch>
            <a:fillRect/>
          </a:stretch>
        </p:blipFill>
        <p:spPr>
          <a:xfrm>
            <a:off x="1490018" y="1356392"/>
            <a:ext cx="9211961" cy="2238687"/>
          </a:xfrm>
          <a:prstGeom prst="rect">
            <a:avLst/>
          </a:prstGeom>
        </p:spPr>
      </p:pic>
      <p:sp>
        <p:nvSpPr>
          <p:cNvPr id="5" name="ZoneTexte 4">
            <a:extLst>
              <a:ext uri="{FF2B5EF4-FFF2-40B4-BE49-F238E27FC236}">
                <a16:creationId xmlns:a16="http://schemas.microsoft.com/office/drawing/2014/main" id="{49AE4F2B-57A2-7E57-460F-1B66D3883D40}"/>
              </a:ext>
            </a:extLst>
          </p:cNvPr>
          <p:cNvSpPr txBox="1"/>
          <p:nvPr/>
        </p:nvSpPr>
        <p:spPr>
          <a:xfrm>
            <a:off x="4481802" y="4913660"/>
            <a:ext cx="3228392" cy="738664"/>
          </a:xfrm>
          <a:prstGeom prst="rect">
            <a:avLst/>
          </a:prstGeom>
          <a:noFill/>
        </p:spPr>
        <p:txBody>
          <a:bodyPr wrap="square" rtlCol="0">
            <a:spAutoFit/>
          </a:bodyPr>
          <a:lstStyle/>
          <a:p>
            <a:pPr marL="342900" indent="-342900">
              <a:buFont typeface="Arial" panose="020B0604020202020204" pitchFamily="34" charset="0"/>
              <a:buChar char="•"/>
            </a:pPr>
            <a:r>
              <a:rPr lang="fr-FR" sz="2400" dirty="0"/>
              <a:t>Code international</a:t>
            </a:r>
          </a:p>
          <a:p>
            <a:endParaRPr lang="fr-FR" dirty="0"/>
          </a:p>
        </p:txBody>
      </p:sp>
    </p:spTree>
    <p:extLst>
      <p:ext uri="{BB962C8B-B14F-4D97-AF65-F5344CB8AC3E}">
        <p14:creationId xmlns:p14="http://schemas.microsoft.com/office/powerpoint/2010/main" val="1504248810"/>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8138D32-1C3D-0680-9C8E-93F07511F687}"/>
              </a:ext>
            </a:extLst>
          </p:cNvPr>
          <p:cNvSpPr>
            <a:spLocks noGrp="1"/>
          </p:cNvSpPr>
          <p:nvPr>
            <p:ph type="title"/>
          </p:nvPr>
        </p:nvSpPr>
        <p:spPr>
          <a:xfrm>
            <a:off x="429767" y="553617"/>
            <a:ext cx="3871645" cy="519404"/>
          </a:xfrm>
        </p:spPr>
        <p:txBody>
          <a:bodyPr vert="horz" lIns="91440" tIns="45720" rIns="91440" bIns="45720" rtlCol="0" anchor="t">
            <a:normAutofit/>
          </a:bodyPr>
          <a:lstStyle/>
          <a:p>
            <a:pPr algn="ctr"/>
            <a:r>
              <a:rPr lang="fr-FR" sz="3000" b="1" kern="1200" noProof="0" dirty="0" err="1">
                <a:latin typeface="+mj-lt"/>
                <a:ea typeface="+mj-ea"/>
                <a:cs typeface="+mj-cs"/>
              </a:rPr>
              <a:t>Documentarisation</a:t>
            </a:r>
            <a:endParaRPr lang="fr-FR" sz="3000" b="1" kern="1200" noProof="0" dirty="0">
              <a:latin typeface="+mj-lt"/>
              <a:ea typeface="+mj-ea"/>
              <a:cs typeface="+mj-cs"/>
            </a:endParaRPr>
          </a:p>
        </p:txBody>
      </p:sp>
      <p:sp>
        <p:nvSpPr>
          <p:cNvPr id="7" name="Espace réservé du numéro de diapositive 6">
            <a:extLst>
              <a:ext uri="{FF2B5EF4-FFF2-40B4-BE49-F238E27FC236}">
                <a16:creationId xmlns:a16="http://schemas.microsoft.com/office/drawing/2014/main" id="{6CB7E7B5-5390-017B-3AF9-2369AB428A78}"/>
              </a:ext>
            </a:extLst>
          </p:cNvPr>
          <p:cNvSpPr>
            <a:spLocks noGrp="1"/>
          </p:cNvSpPr>
          <p:nvPr>
            <p:ph type="sldNum" sz="quarter" idx="12"/>
          </p:nvPr>
        </p:nvSpPr>
        <p:spPr/>
        <p:txBody>
          <a:bodyPr/>
          <a:lstStyle/>
          <a:p>
            <a:fld id="{CC057153-B650-4DEB-B370-79DDCFDCE934}" type="slidenum">
              <a:rPr lang="fr-FR" noProof="0" smtClean="0"/>
              <a:t>7</a:t>
            </a:fld>
            <a:endParaRPr lang="fr-FR" noProof="0" dirty="0"/>
          </a:p>
        </p:txBody>
      </p:sp>
      <p:sp>
        <p:nvSpPr>
          <p:cNvPr id="3" name="ZoneTexte 2">
            <a:extLst>
              <a:ext uri="{FF2B5EF4-FFF2-40B4-BE49-F238E27FC236}">
                <a16:creationId xmlns:a16="http://schemas.microsoft.com/office/drawing/2014/main" id="{2EFA7D96-8B47-0A23-DEBB-0FCEE550BEDB}"/>
              </a:ext>
            </a:extLst>
          </p:cNvPr>
          <p:cNvSpPr txBox="1"/>
          <p:nvPr/>
        </p:nvSpPr>
        <p:spPr>
          <a:xfrm>
            <a:off x="1180601" y="1527916"/>
            <a:ext cx="2230016" cy="1569660"/>
          </a:xfrm>
          <a:prstGeom prst="rect">
            <a:avLst/>
          </a:prstGeom>
          <a:noFill/>
        </p:spPr>
        <p:txBody>
          <a:bodyPr wrap="square" rtlCol="0">
            <a:spAutoFit/>
          </a:bodyPr>
          <a:lstStyle/>
          <a:p>
            <a:pPr marL="342900" indent="-342900">
              <a:buFont typeface="Arial" panose="020B0604020202020204" pitchFamily="34" charset="0"/>
              <a:buChar char="•"/>
            </a:pPr>
            <a:r>
              <a:rPr lang="fr-FR" sz="2800" noProof="0" dirty="0" err="1"/>
              <a:t>PHPDoc</a:t>
            </a:r>
            <a:br>
              <a:rPr lang="fr-FR" sz="2800" noProof="0" dirty="0"/>
            </a:br>
            <a:endParaRPr lang="fr-FR" sz="2000" noProof="0" dirty="0"/>
          </a:p>
          <a:p>
            <a:pPr marL="342900" indent="-342900">
              <a:buFont typeface="Arial" panose="020B0604020202020204" pitchFamily="34" charset="0"/>
              <a:buChar char="•"/>
            </a:pPr>
            <a:r>
              <a:rPr lang="fr-FR" sz="2800" noProof="0" dirty="0" err="1"/>
              <a:t>JSDoc</a:t>
            </a:r>
            <a:endParaRPr lang="fr-FR" sz="2000" noProof="0" dirty="0"/>
          </a:p>
          <a:p>
            <a:endParaRPr lang="fr-FR" sz="2000" noProof="0" dirty="0"/>
          </a:p>
        </p:txBody>
      </p:sp>
      <p:pic>
        <p:nvPicPr>
          <p:cNvPr id="6" name="Image 5">
            <a:extLst>
              <a:ext uri="{FF2B5EF4-FFF2-40B4-BE49-F238E27FC236}">
                <a16:creationId xmlns:a16="http://schemas.microsoft.com/office/drawing/2014/main" id="{3F9B2FF4-9122-98CF-732F-FE18EEF8627B}"/>
              </a:ext>
            </a:extLst>
          </p:cNvPr>
          <p:cNvPicPr>
            <a:picLocks noChangeAspect="1"/>
          </p:cNvPicPr>
          <p:nvPr/>
        </p:nvPicPr>
        <p:blipFill>
          <a:blip r:embed="rId3"/>
          <a:stretch>
            <a:fillRect/>
          </a:stretch>
        </p:blipFill>
        <p:spPr>
          <a:xfrm>
            <a:off x="4996643" y="155577"/>
            <a:ext cx="6936277" cy="3273423"/>
          </a:xfrm>
          <a:prstGeom prst="rect">
            <a:avLst/>
          </a:prstGeom>
        </p:spPr>
      </p:pic>
      <p:pic>
        <p:nvPicPr>
          <p:cNvPr id="10" name="Image 9">
            <a:extLst>
              <a:ext uri="{FF2B5EF4-FFF2-40B4-BE49-F238E27FC236}">
                <a16:creationId xmlns:a16="http://schemas.microsoft.com/office/drawing/2014/main" id="{4C77B1D6-BA3C-BCF5-A0ED-ED4353D2DBD8}"/>
              </a:ext>
            </a:extLst>
          </p:cNvPr>
          <p:cNvPicPr>
            <a:picLocks noChangeAspect="1"/>
          </p:cNvPicPr>
          <p:nvPr/>
        </p:nvPicPr>
        <p:blipFill>
          <a:blip r:embed="rId4"/>
          <a:stretch>
            <a:fillRect/>
          </a:stretch>
        </p:blipFill>
        <p:spPr>
          <a:xfrm>
            <a:off x="142403" y="3552471"/>
            <a:ext cx="7112212" cy="3149952"/>
          </a:xfrm>
          <a:prstGeom prst="rect">
            <a:avLst/>
          </a:prstGeom>
        </p:spPr>
      </p:pic>
    </p:spTree>
    <p:extLst>
      <p:ext uri="{BB962C8B-B14F-4D97-AF65-F5344CB8AC3E}">
        <p14:creationId xmlns:p14="http://schemas.microsoft.com/office/powerpoint/2010/main" val="2108155531"/>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showMasterSp="0">
  <p:cSld>
    <p:bg>
      <p:bgPr>
        <a:solidFill>
          <a:srgbClr val="304E48"/>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9185B84-2E7D-A136-38F1-02A4BC2B32FA}"/>
              </a:ext>
            </a:extLst>
          </p:cNvPr>
          <p:cNvSpPr>
            <a:spLocks noGrp="1"/>
          </p:cNvSpPr>
          <p:nvPr>
            <p:ph type="title"/>
          </p:nvPr>
        </p:nvSpPr>
        <p:spPr>
          <a:xfrm>
            <a:off x="429768" y="1810512"/>
            <a:ext cx="7772400" cy="4562856"/>
          </a:xfrm>
        </p:spPr>
        <p:txBody>
          <a:bodyPr anchor="b">
            <a:normAutofit/>
          </a:bodyPr>
          <a:lstStyle/>
          <a:p>
            <a:r>
              <a:rPr lang="fr-FR" noProof="0" dirty="0">
                <a:solidFill>
                  <a:schemeClr val="tx1">
                    <a:lumMod val="10000"/>
                    <a:lumOff val="90000"/>
                  </a:schemeClr>
                </a:solidFill>
              </a:rPr>
              <a:t>Optimisation technique</a:t>
            </a:r>
          </a:p>
        </p:txBody>
      </p:sp>
      <p:sp>
        <p:nvSpPr>
          <p:cNvPr id="4" name="Espace réservé du numéro de diapositive 3">
            <a:extLst>
              <a:ext uri="{FF2B5EF4-FFF2-40B4-BE49-F238E27FC236}">
                <a16:creationId xmlns:a16="http://schemas.microsoft.com/office/drawing/2014/main" id="{5EEFC54B-11B0-FAC2-DFBB-08B319627CBD}"/>
              </a:ext>
            </a:extLst>
          </p:cNvPr>
          <p:cNvSpPr>
            <a:spLocks noGrp="1"/>
          </p:cNvSpPr>
          <p:nvPr>
            <p:ph type="sldNum" sz="quarter" idx="12"/>
          </p:nvPr>
        </p:nvSpPr>
        <p:spPr/>
        <p:txBody>
          <a:bodyPr/>
          <a:lstStyle/>
          <a:p>
            <a:fld id="{84145AC3-CC88-4C8A-A6CE-8D44921B6A23}" type="slidenum">
              <a:rPr lang="fr-FR" noProof="0" smtClean="0"/>
              <a:pPr/>
              <a:t>8</a:t>
            </a:fld>
            <a:endParaRPr lang="fr-FR" noProof="0" dirty="0"/>
          </a:p>
        </p:txBody>
      </p:sp>
      <p:pic>
        <p:nvPicPr>
          <p:cNvPr id="9" name="Image 8" descr="Une image contenant texte, Graphique, Police, graphisme&#10;&#10;Le contenu généré par l’IA peut être incorrect.">
            <a:extLst>
              <a:ext uri="{FF2B5EF4-FFF2-40B4-BE49-F238E27FC236}">
                <a16:creationId xmlns:a16="http://schemas.microsoft.com/office/drawing/2014/main" id="{DBD121A8-6E45-52C2-A357-B1808799B9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87053" y="5931581"/>
            <a:ext cx="1821084" cy="700691"/>
          </a:xfrm>
          <a:prstGeom prst="rect">
            <a:avLst/>
          </a:prstGeom>
        </p:spPr>
      </p:pic>
    </p:spTree>
    <p:extLst>
      <p:ext uri="{BB962C8B-B14F-4D97-AF65-F5344CB8AC3E}">
        <p14:creationId xmlns:p14="http://schemas.microsoft.com/office/powerpoint/2010/main" val="63142697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D0F0444-D9E6-96DC-785E-FC253212FE5B}"/>
              </a:ext>
            </a:extLst>
          </p:cNvPr>
          <p:cNvSpPr>
            <a:spLocks noGrp="1"/>
          </p:cNvSpPr>
          <p:nvPr>
            <p:ph type="title"/>
          </p:nvPr>
        </p:nvSpPr>
        <p:spPr>
          <a:xfrm>
            <a:off x="429768" y="545636"/>
            <a:ext cx="5242367" cy="571500"/>
          </a:xfrm>
        </p:spPr>
        <p:txBody>
          <a:bodyPr vert="horz" lIns="91440" tIns="45720" rIns="91440" bIns="45720" rtlCol="0" anchor="b">
            <a:normAutofit/>
          </a:bodyPr>
          <a:lstStyle/>
          <a:p>
            <a:pPr algn="ctr"/>
            <a:r>
              <a:rPr lang="fr-FR" sz="3000" b="1" kern="1200" noProof="0" dirty="0">
                <a:latin typeface="+mj-lt"/>
                <a:ea typeface="+mj-ea"/>
                <a:cs typeface="+mj-cs"/>
              </a:rPr>
              <a:t>Refonte du CSS</a:t>
            </a:r>
          </a:p>
        </p:txBody>
      </p:sp>
      <p:sp>
        <p:nvSpPr>
          <p:cNvPr id="5" name="ZoneTexte 4">
            <a:extLst>
              <a:ext uri="{FF2B5EF4-FFF2-40B4-BE49-F238E27FC236}">
                <a16:creationId xmlns:a16="http://schemas.microsoft.com/office/drawing/2014/main" id="{33727678-10BB-467A-A6A9-21AF1CE99F2C}"/>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29768" y="1600309"/>
            <a:ext cx="4697817" cy="3483980"/>
          </a:xfrm>
          <a:prstGeom prst="rect">
            <a:avLst/>
          </a:prstGeom>
        </p:spPr>
        <p:txBody>
          <a:bodyPr anchor="ctr">
            <a:noAutofit/>
          </a:bodyPr>
          <a:lstStyle/>
          <a:p>
            <a:pPr marL="342900" indent="-342900" algn="ctr">
              <a:spcBef>
                <a:spcPts val="2500"/>
              </a:spcBef>
              <a:spcAft>
                <a:spcPts val="600"/>
              </a:spcAft>
              <a:buFont typeface="Arial" panose="020B0604020202020204" pitchFamily="34" charset="0"/>
              <a:buChar char="•"/>
            </a:pPr>
            <a:r>
              <a:rPr lang="fr-FR" sz="2400" b="1" noProof="0" dirty="0"/>
              <a:t>Harmonisation des fichiers</a:t>
            </a:r>
          </a:p>
          <a:p>
            <a:pPr marL="342900" indent="-342900" algn="ctr">
              <a:spcBef>
                <a:spcPts val="2500"/>
              </a:spcBef>
              <a:spcAft>
                <a:spcPts val="600"/>
              </a:spcAft>
              <a:buFont typeface="Arial" panose="020B0604020202020204" pitchFamily="34" charset="0"/>
              <a:buChar char="•"/>
            </a:pPr>
            <a:r>
              <a:rPr lang="fr-FR" sz="2400" b="1" noProof="0" dirty="0"/>
              <a:t>Suppression de parties obsolète	</a:t>
            </a:r>
          </a:p>
        </p:txBody>
      </p:sp>
      <p:sp>
        <p:nvSpPr>
          <p:cNvPr id="6" name="Espace réservé du numéro de diapositive 5">
            <a:extLst>
              <a:ext uri="{FF2B5EF4-FFF2-40B4-BE49-F238E27FC236}">
                <a16:creationId xmlns:a16="http://schemas.microsoft.com/office/drawing/2014/main" id="{0E5122E8-1BDD-4098-FA31-BDF9854BD769}"/>
              </a:ext>
            </a:extLst>
          </p:cNvPr>
          <p:cNvSpPr>
            <a:spLocks noGrp="1"/>
          </p:cNvSpPr>
          <p:nvPr>
            <p:ph type="sldNum" sz="quarter" idx="12"/>
          </p:nvPr>
        </p:nvSpPr>
        <p:spPr/>
        <p:txBody>
          <a:bodyPr/>
          <a:lstStyle/>
          <a:p>
            <a:fld id="{CC057153-B650-4DEB-B370-79DDCFDCE934}" type="slidenum">
              <a:rPr lang="fr-FR" noProof="0" smtClean="0"/>
              <a:pPr/>
              <a:t>9</a:t>
            </a:fld>
            <a:endParaRPr lang="fr-FR" noProof="0" dirty="0"/>
          </a:p>
        </p:txBody>
      </p:sp>
      <p:pic>
        <p:nvPicPr>
          <p:cNvPr id="9" name="Image 8">
            <a:extLst>
              <a:ext uri="{FF2B5EF4-FFF2-40B4-BE49-F238E27FC236}">
                <a16:creationId xmlns:a16="http://schemas.microsoft.com/office/drawing/2014/main" id="{FAE69406-279C-7984-DE5C-5E9D67036371}"/>
              </a:ext>
            </a:extLst>
          </p:cNvPr>
          <p:cNvPicPr>
            <a:picLocks noChangeAspect="1"/>
          </p:cNvPicPr>
          <p:nvPr/>
        </p:nvPicPr>
        <p:blipFill>
          <a:blip r:embed="rId3"/>
          <a:stretch>
            <a:fillRect/>
          </a:stretch>
        </p:blipFill>
        <p:spPr>
          <a:xfrm>
            <a:off x="5938922" y="278753"/>
            <a:ext cx="4177352" cy="6300494"/>
          </a:xfrm>
          <a:prstGeom prst="rect">
            <a:avLst/>
          </a:prstGeom>
        </p:spPr>
      </p:pic>
    </p:spTree>
    <p:extLst>
      <p:ext uri="{BB962C8B-B14F-4D97-AF65-F5344CB8AC3E}">
        <p14:creationId xmlns:p14="http://schemas.microsoft.com/office/powerpoint/2010/main" val="255547790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44EFDCA-3488-C2F3-3336-A40723F5C83F}"/>
              </a:ext>
            </a:extLst>
          </p:cNvPr>
          <p:cNvSpPr>
            <a:spLocks noGrp="1"/>
          </p:cNvSpPr>
          <p:nvPr>
            <p:ph type="title"/>
          </p:nvPr>
        </p:nvSpPr>
        <p:spPr>
          <a:xfrm>
            <a:off x="3712061" y="23748"/>
            <a:ext cx="4767878" cy="1063474"/>
          </a:xfrm>
        </p:spPr>
        <p:txBody>
          <a:bodyPr vert="horz" lIns="91440" tIns="45720" rIns="91440" bIns="45720" rtlCol="0" anchor="b">
            <a:normAutofit/>
          </a:bodyPr>
          <a:lstStyle/>
          <a:p>
            <a:pPr algn="ctr"/>
            <a:r>
              <a:rPr lang="fr-FR" sz="3000" b="1" kern="1200" noProof="0" dirty="0">
                <a:latin typeface="+mj-lt"/>
                <a:ea typeface="+mj-ea"/>
                <a:cs typeface="+mj-cs"/>
              </a:rPr>
              <a:t>Refonte des fichier JS</a:t>
            </a:r>
          </a:p>
        </p:txBody>
      </p:sp>
      <p:sp>
        <p:nvSpPr>
          <p:cNvPr id="28" name="Espace réservé du numéro de diapositive 27">
            <a:extLst>
              <a:ext uri="{FF2B5EF4-FFF2-40B4-BE49-F238E27FC236}">
                <a16:creationId xmlns:a16="http://schemas.microsoft.com/office/drawing/2014/main" id="{90544E28-6D51-685D-2D5B-8AE8BA60F54F}"/>
              </a:ext>
            </a:extLst>
          </p:cNvPr>
          <p:cNvSpPr>
            <a:spLocks noGrp="1"/>
          </p:cNvSpPr>
          <p:nvPr>
            <p:ph type="sldNum" sz="quarter" idx="12"/>
          </p:nvPr>
        </p:nvSpPr>
        <p:spPr/>
        <p:txBody>
          <a:bodyPr/>
          <a:lstStyle/>
          <a:p>
            <a:fld id="{CC057153-B650-4DEB-B370-79DDCFDCE934}" type="slidenum">
              <a:rPr lang="fr-FR" noProof="0" smtClean="0"/>
              <a:t>10</a:t>
            </a:fld>
            <a:endParaRPr lang="fr-FR" noProof="0" dirty="0"/>
          </a:p>
        </p:txBody>
      </p:sp>
      <p:pic>
        <p:nvPicPr>
          <p:cNvPr id="7" name="Image 6">
            <a:extLst>
              <a:ext uri="{FF2B5EF4-FFF2-40B4-BE49-F238E27FC236}">
                <a16:creationId xmlns:a16="http://schemas.microsoft.com/office/drawing/2014/main" id="{DCA673CA-6805-DD26-E049-8D1D788B87F2}"/>
              </a:ext>
            </a:extLst>
          </p:cNvPr>
          <p:cNvPicPr>
            <a:picLocks noChangeAspect="1"/>
          </p:cNvPicPr>
          <p:nvPr/>
        </p:nvPicPr>
        <p:blipFill>
          <a:blip r:embed="rId3"/>
          <a:stretch>
            <a:fillRect/>
          </a:stretch>
        </p:blipFill>
        <p:spPr>
          <a:xfrm>
            <a:off x="101560" y="1504063"/>
            <a:ext cx="5230861" cy="4207640"/>
          </a:xfrm>
          <a:prstGeom prst="rect">
            <a:avLst/>
          </a:prstGeom>
        </p:spPr>
      </p:pic>
      <p:sp>
        <p:nvSpPr>
          <p:cNvPr id="8" name="Flèche : droite 7">
            <a:extLst>
              <a:ext uri="{FF2B5EF4-FFF2-40B4-BE49-F238E27FC236}">
                <a16:creationId xmlns:a16="http://schemas.microsoft.com/office/drawing/2014/main" id="{D2546C22-244F-6B5D-EA1F-A34162377980}"/>
              </a:ext>
            </a:extLst>
          </p:cNvPr>
          <p:cNvSpPr/>
          <p:nvPr/>
        </p:nvSpPr>
        <p:spPr>
          <a:xfrm>
            <a:off x="5332421" y="3296919"/>
            <a:ext cx="763579" cy="706377"/>
          </a:xfrm>
          <a:prstGeom prst="rightArrow">
            <a:avLst/>
          </a:prstGeom>
          <a:solidFill>
            <a:srgbClr val="304E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pic>
        <p:nvPicPr>
          <p:cNvPr id="5" name="Image 4">
            <a:extLst>
              <a:ext uri="{FF2B5EF4-FFF2-40B4-BE49-F238E27FC236}">
                <a16:creationId xmlns:a16="http://schemas.microsoft.com/office/drawing/2014/main" id="{A34DA8E9-175A-B226-19E2-CCD042A9E409}"/>
              </a:ext>
            </a:extLst>
          </p:cNvPr>
          <p:cNvPicPr>
            <a:picLocks noChangeAspect="1"/>
          </p:cNvPicPr>
          <p:nvPr/>
        </p:nvPicPr>
        <p:blipFill>
          <a:blip r:embed="rId4"/>
          <a:stretch>
            <a:fillRect/>
          </a:stretch>
        </p:blipFill>
        <p:spPr>
          <a:xfrm>
            <a:off x="6096000" y="1468503"/>
            <a:ext cx="5994440" cy="4508339"/>
          </a:xfrm>
          <a:prstGeom prst="rect">
            <a:avLst/>
          </a:prstGeom>
        </p:spPr>
      </p:pic>
    </p:spTree>
    <p:extLst>
      <p:ext uri="{BB962C8B-B14F-4D97-AF65-F5344CB8AC3E}">
        <p14:creationId xmlns:p14="http://schemas.microsoft.com/office/powerpoint/2010/main" val="2011857041"/>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2C7F0E1-7F8F-0D30-6582-C1889D7645D0}"/>
              </a:ext>
            </a:extLst>
          </p:cNvPr>
          <p:cNvSpPr>
            <a:spLocks noGrp="1"/>
          </p:cNvSpPr>
          <p:nvPr>
            <p:ph type="title"/>
          </p:nvPr>
        </p:nvSpPr>
        <p:spPr>
          <a:xfrm>
            <a:off x="2303106" y="401223"/>
            <a:ext cx="7585787" cy="740664"/>
          </a:xfrm>
        </p:spPr>
        <p:txBody>
          <a:bodyPr>
            <a:normAutofit/>
          </a:bodyPr>
          <a:lstStyle/>
          <a:p>
            <a:pPr algn="ctr"/>
            <a:r>
              <a:rPr lang="fr-FR" sz="3000" b="1" dirty="0"/>
              <a:t>Schématisation de l’optimisation du JS </a:t>
            </a:r>
          </a:p>
        </p:txBody>
      </p:sp>
      <p:sp>
        <p:nvSpPr>
          <p:cNvPr id="5" name="Espace réservé du numéro de diapositive 4">
            <a:extLst>
              <a:ext uri="{FF2B5EF4-FFF2-40B4-BE49-F238E27FC236}">
                <a16:creationId xmlns:a16="http://schemas.microsoft.com/office/drawing/2014/main" id="{729126A6-DB67-AD63-7950-68CB2F67845B}"/>
              </a:ext>
            </a:extLst>
          </p:cNvPr>
          <p:cNvSpPr>
            <a:spLocks noGrp="1"/>
          </p:cNvSpPr>
          <p:nvPr>
            <p:ph type="sldNum" sz="quarter" idx="12"/>
          </p:nvPr>
        </p:nvSpPr>
        <p:spPr/>
        <p:txBody>
          <a:bodyPr/>
          <a:lstStyle/>
          <a:p>
            <a:fld id="{CC057153-B650-4DEB-B370-79DDCFDCE934}" type="slidenum">
              <a:rPr lang="en-US" smtClean="0"/>
              <a:t>11</a:t>
            </a:fld>
            <a:endParaRPr lang="en-US" dirty="0"/>
          </a:p>
        </p:txBody>
      </p:sp>
      <p:pic>
        <p:nvPicPr>
          <p:cNvPr id="1026" name="Picture 2" descr="Initiez-vous au fonctionnement des API - OpenClassrooms">
            <a:extLst>
              <a:ext uri="{FF2B5EF4-FFF2-40B4-BE49-F238E27FC236}">
                <a16:creationId xmlns:a16="http://schemas.microsoft.com/office/drawing/2014/main" id="{9DFCE47A-ECA4-7C99-2CC2-A41FA2C3816A}"/>
              </a:ext>
            </a:extLst>
          </p:cNvPr>
          <p:cNvPicPr>
            <a:picLocks noChangeAspect="1" noChangeArrowheads="1"/>
          </p:cNvPicPr>
          <p:nvPr/>
        </p:nvPicPr>
        <p:blipFill>
          <a:blip r:embed="rId2">
            <a:alphaModFix/>
            <a:extLst>
              <a:ext uri="{BEBA8EAE-BF5A-486C-A8C5-ECC9F3942E4B}">
                <a14:imgProps xmlns:a14="http://schemas.microsoft.com/office/drawing/2010/main">
                  <a14:imgLayer r:embed="rId3">
                    <a14:imgEffect>
                      <a14:colorTemperature colorTemp="8006"/>
                    </a14:imgEffect>
                  </a14:imgLayer>
                </a14:imgProps>
              </a:ext>
              <a:ext uri="{28A0092B-C50C-407E-A947-70E740481C1C}">
                <a14:useLocalDpi xmlns:a14="http://schemas.microsoft.com/office/drawing/2010/main" val="0"/>
              </a:ext>
            </a:extLst>
          </a:blip>
          <a:srcRect/>
          <a:stretch>
            <a:fillRect/>
          </a:stretch>
        </p:blipFill>
        <p:spPr bwMode="auto">
          <a:xfrm>
            <a:off x="1078970" y="1674844"/>
            <a:ext cx="10034058" cy="3508311"/>
          </a:xfrm>
          <a:prstGeom prst="rect">
            <a:avLst/>
          </a:prstGeom>
          <a:solidFill>
            <a:schemeClr val="bg2"/>
          </a:solidFill>
        </p:spPr>
      </p:pic>
    </p:spTree>
    <p:extLst>
      <p:ext uri="{BB962C8B-B14F-4D97-AF65-F5344CB8AC3E}">
        <p14:creationId xmlns:p14="http://schemas.microsoft.com/office/powerpoint/2010/main" val="28860002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bg>
      <p:bgPr>
        <a:solidFill>
          <a:srgbClr val="304E48"/>
        </a:solidFill>
        <a:effectLst/>
      </p:bgPr>
    </p:bg>
    <p:spTree>
      <p:nvGrpSpPr>
        <p:cNvPr id="1" name="">
          <a:extLst>
            <a:ext uri="{FF2B5EF4-FFF2-40B4-BE49-F238E27FC236}">
              <a16:creationId xmlns:a16="http://schemas.microsoft.com/office/drawing/2014/main" id="{17748D13-F1CF-06B3-B13F-6C5C9E99847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22DA20E-4DE9-C1F5-6052-378162D6EE41}"/>
              </a:ext>
            </a:extLst>
          </p:cNvPr>
          <p:cNvSpPr>
            <a:spLocks noGrp="1"/>
          </p:cNvSpPr>
          <p:nvPr>
            <p:ph type="title"/>
          </p:nvPr>
        </p:nvSpPr>
        <p:spPr>
          <a:xfrm>
            <a:off x="429767" y="1810512"/>
            <a:ext cx="9918000" cy="4562856"/>
          </a:xfrm>
        </p:spPr>
        <p:txBody>
          <a:bodyPr anchor="b">
            <a:normAutofit/>
          </a:bodyPr>
          <a:lstStyle/>
          <a:p>
            <a:r>
              <a:rPr lang="fr-FR" noProof="0" dirty="0">
                <a:solidFill>
                  <a:schemeClr val="bg1"/>
                </a:solidFill>
              </a:rPr>
              <a:t>Rectification des axes d'amélioration identifiés</a:t>
            </a:r>
          </a:p>
        </p:txBody>
      </p:sp>
      <p:sp>
        <p:nvSpPr>
          <p:cNvPr id="4" name="Espace réservé du numéro de diapositive 3">
            <a:extLst>
              <a:ext uri="{FF2B5EF4-FFF2-40B4-BE49-F238E27FC236}">
                <a16:creationId xmlns:a16="http://schemas.microsoft.com/office/drawing/2014/main" id="{6B9DE2B1-415B-A6A2-A287-984851881658}"/>
              </a:ext>
            </a:extLst>
          </p:cNvPr>
          <p:cNvSpPr>
            <a:spLocks noGrp="1"/>
          </p:cNvSpPr>
          <p:nvPr>
            <p:ph type="sldNum" sz="quarter" idx="12"/>
          </p:nvPr>
        </p:nvSpPr>
        <p:spPr/>
        <p:txBody>
          <a:bodyPr/>
          <a:lstStyle/>
          <a:p>
            <a:fld id="{84145AC3-CC88-4C8A-A6CE-8D44921B6A23}" type="slidenum">
              <a:rPr lang="fr-FR" noProof="0" smtClean="0"/>
              <a:pPr/>
              <a:t>12</a:t>
            </a:fld>
            <a:endParaRPr lang="fr-FR" noProof="0" dirty="0"/>
          </a:p>
        </p:txBody>
      </p:sp>
      <p:pic>
        <p:nvPicPr>
          <p:cNvPr id="9" name="Image 8" descr="Une image contenant texte, Graphique, Police, graphisme&#10;&#10;Le contenu généré par l’IA peut être incorrect.">
            <a:extLst>
              <a:ext uri="{FF2B5EF4-FFF2-40B4-BE49-F238E27FC236}">
                <a16:creationId xmlns:a16="http://schemas.microsoft.com/office/drawing/2014/main" id="{D4D9F14A-30E4-5DEC-526D-ADC6B673D4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87053" y="5931581"/>
            <a:ext cx="1821084" cy="700691"/>
          </a:xfrm>
          <a:prstGeom prst="rect">
            <a:avLst/>
          </a:prstGeom>
        </p:spPr>
      </p:pic>
    </p:spTree>
    <p:extLst>
      <p:ext uri="{BB962C8B-B14F-4D97-AF65-F5344CB8AC3E}">
        <p14:creationId xmlns:p14="http://schemas.microsoft.com/office/powerpoint/2010/main" val="115765354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id="{68212FC1-8238-B394-6B3A-163B27756153}"/>
              </a:ext>
            </a:extLst>
          </p:cNvPr>
          <p:cNvSpPr>
            <a:spLocks noGrp="1"/>
          </p:cNvSpPr>
          <p:nvPr>
            <p:ph type="sldNum" sz="quarter" idx="12"/>
          </p:nvPr>
        </p:nvSpPr>
        <p:spPr/>
        <p:txBody>
          <a:bodyPr/>
          <a:lstStyle/>
          <a:p>
            <a:fld id="{84145AC3-CC88-4C8A-A6CE-8D44921B6A23}" type="slidenum">
              <a:rPr lang="en-US" smtClean="0"/>
              <a:pPr/>
              <a:t>13</a:t>
            </a:fld>
            <a:endParaRPr lang="en-US" dirty="0"/>
          </a:p>
        </p:txBody>
      </p:sp>
      <p:pic>
        <p:nvPicPr>
          <p:cNvPr id="6" name="Image 5">
            <a:extLst>
              <a:ext uri="{FF2B5EF4-FFF2-40B4-BE49-F238E27FC236}">
                <a16:creationId xmlns:a16="http://schemas.microsoft.com/office/drawing/2014/main" id="{20A5B55D-2C31-E168-7502-887FB9CF6527}"/>
              </a:ext>
            </a:extLst>
          </p:cNvPr>
          <p:cNvPicPr>
            <a:picLocks noChangeAspect="1"/>
          </p:cNvPicPr>
          <p:nvPr/>
        </p:nvPicPr>
        <p:blipFill>
          <a:blip r:embed="rId2"/>
          <a:stretch>
            <a:fillRect/>
          </a:stretch>
        </p:blipFill>
        <p:spPr>
          <a:xfrm>
            <a:off x="6671388" y="292461"/>
            <a:ext cx="5450078" cy="3523794"/>
          </a:xfrm>
          <a:prstGeom prst="rect">
            <a:avLst/>
          </a:prstGeom>
        </p:spPr>
      </p:pic>
      <p:pic>
        <p:nvPicPr>
          <p:cNvPr id="8" name="Image 7">
            <a:extLst>
              <a:ext uri="{FF2B5EF4-FFF2-40B4-BE49-F238E27FC236}">
                <a16:creationId xmlns:a16="http://schemas.microsoft.com/office/drawing/2014/main" id="{7C120457-0D89-5B76-2B55-C4CA9C225463}"/>
              </a:ext>
            </a:extLst>
          </p:cNvPr>
          <p:cNvPicPr>
            <a:picLocks noChangeAspect="1"/>
          </p:cNvPicPr>
          <p:nvPr/>
        </p:nvPicPr>
        <p:blipFill>
          <a:blip r:embed="rId3"/>
          <a:stretch>
            <a:fillRect/>
          </a:stretch>
        </p:blipFill>
        <p:spPr>
          <a:xfrm>
            <a:off x="500418" y="3816255"/>
            <a:ext cx="7264464" cy="2937898"/>
          </a:xfrm>
          <a:prstGeom prst="rect">
            <a:avLst/>
          </a:prstGeom>
        </p:spPr>
      </p:pic>
      <p:sp>
        <p:nvSpPr>
          <p:cNvPr id="12" name="Titre 1">
            <a:extLst>
              <a:ext uri="{FF2B5EF4-FFF2-40B4-BE49-F238E27FC236}">
                <a16:creationId xmlns:a16="http://schemas.microsoft.com/office/drawing/2014/main" id="{AB923BCC-3352-0AFB-1337-7448D5897ED5}"/>
              </a:ext>
            </a:extLst>
          </p:cNvPr>
          <p:cNvSpPr>
            <a:spLocks noGrp="1"/>
          </p:cNvSpPr>
          <p:nvPr>
            <p:ph type="title"/>
          </p:nvPr>
        </p:nvSpPr>
        <p:spPr>
          <a:xfrm>
            <a:off x="-37324" y="79407"/>
            <a:ext cx="6766249" cy="740664"/>
          </a:xfrm>
        </p:spPr>
        <p:txBody>
          <a:bodyPr>
            <a:normAutofit/>
          </a:bodyPr>
          <a:lstStyle/>
          <a:p>
            <a:pPr algn="ctr"/>
            <a:r>
              <a:rPr lang="fr-FR" sz="3000" b="1" dirty="0"/>
              <a:t>Amélioration expérience utilisateur</a:t>
            </a:r>
          </a:p>
        </p:txBody>
      </p:sp>
      <p:sp>
        <p:nvSpPr>
          <p:cNvPr id="13" name="ZoneTexte 12">
            <a:extLst>
              <a:ext uri="{FF2B5EF4-FFF2-40B4-BE49-F238E27FC236}">
                <a16:creationId xmlns:a16="http://schemas.microsoft.com/office/drawing/2014/main" id="{89FF7EA0-187D-A852-D2F2-A7B965E996D8}"/>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1762048" y="1188540"/>
            <a:ext cx="3901634" cy="2678661"/>
          </a:xfrm>
          <a:prstGeom prst="rect">
            <a:avLst/>
          </a:prstGeom>
        </p:spPr>
        <p:txBody>
          <a:bodyPr anchor="ctr">
            <a:noAutofit/>
          </a:bodyPr>
          <a:lstStyle/>
          <a:p>
            <a:pPr marL="342900" indent="-342900" algn="ctr">
              <a:spcBef>
                <a:spcPts val="2500"/>
              </a:spcBef>
              <a:spcAft>
                <a:spcPts val="600"/>
              </a:spcAft>
              <a:buFont typeface="Arial" panose="020B0604020202020204" pitchFamily="34" charset="0"/>
              <a:buChar char="•"/>
            </a:pPr>
            <a:r>
              <a:rPr lang="fr-FR" sz="2400" b="1" noProof="0" dirty="0"/>
              <a:t>Ajout PDF/GPX</a:t>
            </a:r>
          </a:p>
          <a:p>
            <a:pPr marL="342900" indent="-342900" algn="ctr">
              <a:spcBef>
                <a:spcPts val="2500"/>
              </a:spcBef>
              <a:spcAft>
                <a:spcPts val="600"/>
              </a:spcAft>
              <a:buFont typeface="Arial" panose="020B0604020202020204" pitchFamily="34" charset="0"/>
              <a:buChar char="•"/>
            </a:pPr>
            <a:r>
              <a:rPr lang="fr-FR" sz="2400" b="1" noProof="0" dirty="0"/>
              <a:t>Ajout de commentaire</a:t>
            </a:r>
          </a:p>
          <a:p>
            <a:pPr marL="342900" indent="-342900" algn="ctr">
              <a:spcBef>
                <a:spcPts val="2500"/>
              </a:spcBef>
              <a:spcAft>
                <a:spcPts val="600"/>
              </a:spcAft>
              <a:buFont typeface="Arial" panose="020B0604020202020204" pitchFamily="34" charset="0"/>
              <a:buChar char="•"/>
            </a:pPr>
            <a:r>
              <a:rPr lang="fr-FR" sz="2400" b="1" dirty="0"/>
              <a:t>Amélioration page d’inscription</a:t>
            </a:r>
            <a:r>
              <a:rPr lang="fr-FR" sz="2400" b="1" noProof="0" dirty="0"/>
              <a:t>	</a:t>
            </a:r>
          </a:p>
        </p:txBody>
      </p:sp>
    </p:spTree>
    <p:extLst>
      <p:ext uri="{BB962C8B-B14F-4D97-AF65-F5344CB8AC3E}">
        <p14:creationId xmlns:p14="http://schemas.microsoft.com/office/powerpoint/2010/main" val="922155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4.xml><?xml version="1.0" encoding="utf-8"?>
<p:sld xmlns:a="http://schemas.openxmlformats.org/drawingml/2006/main" xmlns:r="http://schemas.openxmlformats.org/officeDocument/2006/relationships" xmlns:p="http://schemas.openxmlformats.org/presentationml/2006/main" showMasterSp="0">
  <p:cSld>
    <p:bg>
      <p:bgPr>
        <a:solidFill>
          <a:srgbClr val="304E48"/>
        </a:solidFill>
        <a:effectLst/>
      </p:bgPr>
    </p:bg>
    <p:spTree>
      <p:nvGrpSpPr>
        <p:cNvPr id="1" name="">
          <a:extLst>
            <a:ext uri="{FF2B5EF4-FFF2-40B4-BE49-F238E27FC236}">
              <a16:creationId xmlns:a16="http://schemas.microsoft.com/office/drawing/2014/main" id="{702B9AAE-AA3C-E0BC-A8B5-4E13BE268A2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5F7F1DE-1F27-F087-5C49-70C45185E08A}"/>
              </a:ext>
            </a:extLst>
          </p:cNvPr>
          <p:cNvSpPr>
            <a:spLocks noGrp="1"/>
          </p:cNvSpPr>
          <p:nvPr>
            <p:ph type="title"/>
          </p:nvPr>
        </p:nvSpPr>
        <p:spPr>
          <a:xfrm>
            <a:off x="429767" y="1810512"/>
            <a:ext cx="9918000" cy="4562856"/>
          </a:xfrm>
        </p:spPr>
        <p:txBody>
          <a:bodyPr anchor="b">
            <a:normAutofit/>
          </a:bodyPr>
          <a:lstStyle/>
          <a:p>
            <a:r>
              <a:rPr lang="fr-FR" dirty="0">
                <a:solidFill>
                  <a:schemeClr val="bg1"/>
                </a:solidFill>
              </a:rPr>
              <a:t>Démonstration</a:t>
            </a:r>
            <a:r>
              <a:rPr lang="fr-FR" noProof="0" dirty="0">
                <a:solidFill>
                  <a:schemeClr val="bg1"/>
                </a:solidFill>
              </a:rPr>
              <a:t> technique généralisée </a:t>
            </a:r>
          </a:p>
        </p:txBody>
      </p:sp>
      <p:sp>
        <p:nvSpPr>
          <p:cNvPr id="4" name="Espace réservé du numéro de diapositive 3">
            <a:extLst>
              <a:ext uri="{FF2B5EF4-FFF2-40B4-BE49-F238E27FC236}">
                <a16:creationId xmlns:a16="http://schemas.microsoft.com/office/drawing/2014/main" id="{BD337B52-D254-3D8B-E2D6-760D49354777}"/>
              </a:ext>
            </a:extLst>
          </p:cNvPr>
          <p:cNvSpPr>
            <a:spLocks noGrp="1"/>
          </p:cNvSpPr>
          <p:nvPr>
            <p:ph type="sldNum" sz="quarter" idx="12"/>
          </p:nvPr>
        </p:nvSpPr>
        <p:spPr/>
        <p:txBody>
          <a:bodyPr/>
          <a:lstStyle/>
          <a:p>
            <a:fld id="{84145AC3-CC88-4C8A-A6CE-8D44921B6A23}" type="slidenum">
              <a:rPr lang="fr-FR" noProof="0" smtClean="0"/>
              <a:pPr/>
              <a:t>14</a:t>
            </a:fld>
            <a:endParaRPr lang="fr-FR" noProof="0" dirty="0"/>
          </a:p>
        </p:txBody>
      </p:sp>
      <p:pic>
        <p:nvPicPr>
          <p:cNvPr id="9" name="Image 8" descr="Une image contenant texte, Graphique, Police, graphisme&#10;&#10;Le contenu généré par l’IA peut être incorrect.">
            <a:extLst>
              <a:ext uri="{FF2B5EF4-FFF2-40B4-BE49-F238E27FC236}">
                <a16:creationId xmlns:a16="http://schemas.microsoft.com/office/drawing/2014/main" id="{1C02209B-16D4-6445-33F1-60F1012710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87053" y="5931581"/>
            <a:ext cx="1821084" cy="700691"/>
          </a:xfrm>
          <a:prstGeom prst="rect">
            <a:avLst/>
          </a:prstGeom>
        </p:spPr>
      </p:pic>
    </p:spTree>
    <p:extLst>
      <p:ext uri="{BB962C8B-B14F-4D97-AF65-F5344CB8AC3E}">
        <p14:creationId xmlns:p14="http://schemas.microsoft.com/office/powerpoint/2010/main" val="88708742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567D906-44FA-63FA-FB71-31F892F5CB41}"/>
              </a:ext>
            </a:extLst>
          </p:cNvPr>
          <p:cNvSpPr>
            <a:spLocks noGrp="1"/>
          </p:cNvSpPr>
          <p:nvPr>
            <p:ph type="title"/>
          </p:nvPr>
        </p:nvSpPr>
        <p:spPr>
          <a:xfrm>
            <a:off x="429768" y="429768"/>
            <a:ext cx="10890374" cy="1627632"/>
          </a:xfrm>
        </p:spPr>
        <p:txBody>
          <a:bodyPr anchor="ctr">
            <a:normAutofit fontScale="90000"/>
          </a:bodyPr>
          <a:lstStyle/>
          <a:p>
            <a:pPr algn="ctr"/>
            <a:r>
              <a:rPr lang="fr-FR" noProof="0" dirty="0"/>
              <a:t>Axes d’amélioration</a:t>
            </a:r>
            <a:br>
              <a:rPr lang="fr-FR" noProof="0" dirty="0"/>
            </a:br>
            <a:endParaRPr lang="fr-FR" noProof="0" dirty="0"/>
          </a:p>
        </p:txBody>
      </p:sp>
      <p:graphicFrame>
        <p:nvGraphicFramePr>
          <p:cNvPr id="7" name="Espace réservé du contenu 2">
            <a:extLst>
              <a:ext uri="{FF2B5EF4-FFF2-40B4-BE49-F238E27FC236}">
                <a16:creationId xmlns:a16="http://schemas.microsoft.com/office/drawing/2014/main" id="{F624974E-0A25-B72F-7CAC-9978F0CF4811}"/>
              </a:ext>
            </a:extLst>
          </p:cNvPr>
          <p:cNvGraphicFramePr>
            <a:graphicFrameLocks noGrp="1"/>
          </p:cNvGraphicFramePr>
          <p:nvPr>
            <p:ph sz="quarter" idx="13"/>
            <p:extLst>
              <p:ext uri="{D42A27DB-BD31-4B8C-83A1-F6EECF244321}">
                <p14:modId xmlns:p14="http://schemas.microsoft.com/office/powerpoint/2010/main" val="4190395468"/>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429768" y="2361583"/>
          <a:ext cx="10890374" cy="28346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Espace réservé du numéro de diapositive 3">
            <a:extLst>
              <a:ext uri="{FF2B5EF4-FFF2-40B4-BE49-F238E27FC236}">
                <a16:creationId xmlns:a16="http://schemas.microsoft.com/office/drawing/2014/main" id="{80032A7B-B924-9299-B6A5-8C04C24CFFB8}"/>
              </a:ext>
            </a:extLst>
          </p:cNvPr>
          <p:cNvSpPr>
            <a:spLocks noGrp="1"/>
          </p:cNvSpPr>
          <p:nvPr>
            <p:ph type="sldNum" sz="quarter" idx="12"/>
          </p:nvPr>
        </p:nvSpPr>
        <p:spPr/>
        <p:txBody>
          <a:bodyPr/>
          <a:lstStyle/>
          <a:p>
            <a:fld id="{CC057153-B650-4DEB-B370-79DDCFDCE934}" type="slidenum">
              <a:rPr lang="fr-FR" noProof="0" smtClean="0"/>
              <a:t>15</a:t>
            </a:fld>
            <a:endParaRPr lang="fr-FR" noProof="0" dirty="0"/>
          </a:p>
        </p:txBody>
      </p:sp>
    </p:spTree>
    <p:extLst>
      <p:ext uri="{BB962C8B-B14F-4D97-AF65-F5344CB8AC3E}">
        <p14:creationId xmlns:p14="http://schemas.microsoft.com/office/powerpoint/2010/main" val="1131661445"/>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821D8F6-DF34-1C0F-8957-1FF169005DEF}"/>
              </a:ext>
            </a:extLst>
          </p:cNvPr>
          <p:cNvSpPr>
            <a:spLocks noGrp="1"/>
          </p:cNvSpPr>
          <p:nvPr>
            <p:ph type="title"/>
          </p:nvPr>
        </p:nvSpPr>
        <p:spPr>
          <a:xfrm>
            <a:off x="3175799" y="457760"/>
            <a:ext cx="4969826" cy="624591"/>
          </a:xfrm>
        </p:spPr>
        <p:txBody>
          <a:bodyPr/>
          <a:lstStyle/>
          <a:p>
            <a:r>
              <a:rPr lang="fr-FR" sz="3600" dirty="0"/>
              <a:t>Merci de votre écoute </a:t>
            </a:r>
          </a:p>
        </p:txBody>
      </p:sp>
      <p:sp>
        <p:nvSpPr>
          <p:cNvPr id="4" name="Espace réservé du numéro de diapositive 3">
            <a:extLst>
              <a:ext uri="{FF2B5EF4-FFF2-40B4-BE49-F238E27FC236}">
                <a16:creationId xmlns:a16="http://schemas.microsoft.com/office/drawing/2014/main" id="{1EFEDA1A-8328-E4C1-F73D-C55095F516E4}"/>
              </a:ext>
            </a:extLst>
          </p:cNvPr>
          <p:cNvSpPr>
            <a:spLocks noGrp="1"/>
          </p:cNvSpPr>
          <p:nvPr>
            <p:ph type="sldNum" sz="quarter" idx="12"/>
          </p:nvPr>
        </p:nvSpPr>
        <p:spPr/>
        <p:txBody>
          <a:bodyPr/>
          <a:lstStyle/>
          <a:p>
            <a:fld id="{CC057153-B650-4DEB-B370-79DDCFDCE934}" type="slidenum">
              <a:rPr lang="en-US" smtClean="0"/>
              <a:t>16</a:t>
            </a:fld>
            <a:endParaRPr lang="en-US" dirty="0"/>
          </a:p>
        </p:txBody>
      </p:sp>
      <p:pic>
        <p:nvPicPr>
          <p:cNvPr id="7" name="Image 6">
            <a:extLst>
              <a:ext uri="{FF2B5EF4-FFF2-40B4-BE49-F238E27FC236}">
                <a16:creationId xmlns:a16="http://schemas.microsoft.com/office/drawing/2014/main" id="{9B42E8A7-F2D8-E4AA-E479-F35205C4E5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85463" y="457760"/>
            <a:ext cx="5150498" cy="5150498"/>
          </a:xfrm>
          <a:prstGeom prst="rect">
            <a:avLst/>
          </a:prstGeom>
        </p:spPr>
      </p:pic>
      <p:sp>
        <p:nvSpPr>
          <p:cNvPr id="8" name="Titre 1">
            <a:extLst>
              <a:ext uri="{FF2B5EF4-FFF2-40B4-BE49-F238E27FC236}">
                <a16:creationId xmlns:a16="http://schemas.microsoft.com/office/drawing/2014/main" id="{DEB90BD6-4A92-D35B-37FE-4E576ED7DF67}"/>
              </a:ext>
            </a:extLst>
          </p:cNvPr>
          <p:cNvSpPr txBox="1">
            <a:spLocks/>
          </p:cNvSpPr>
          <p:nvPr/>
        </p:nvSpPr>
        <p:spPr>
          <a:xfrm>
            <a:off x="342729" y="5054766"/>
            <a:ext cx="10635965" cy="1464906"/>
          </a:xfrm>
          <a:prstGeom prst="rect">
            <a:avLst/>
          </a:prstGeom>
        </p:spPr>
        <p:txBody>
          <a:bodyPr vert="horz" lIns="91440" tIns="45720" rIns="91440" bIns="45720" rtlCol="0" anchor="t">
            <a:noAutofit/>
          </a:bodyPr>
          <a:lstStyle>
            <a:lvl1pPr algn="l" defTabSz="914400" rtl="0" eaLnBrk="1" latinLnBrk="0" hangingPunct="1">
              <a:lnSpc>
                <a:spcPct val="90000"/>
              </a:lnSpc>
              <a:spcBef>
                <a:spcPct val="0"/>
              </a:spcBef>
              <a:buNone/>
              <a:defRPr sz="8000" b="0" kern="1200">
                <a:solidFill>
                  <a:schemeClr val="tx1"/>
                </a:solidFill>
                <a:latin typeface="+mj-lt"/>
                <a:ea typeface="+mj-ea"/>
                <a:cs typeface="+mj-cs"/>
              </a:defRPr>
            </a:lvl1pPr>
          </a:lstStyle>
          <a:p>
            <a:pPr algn="ctr"/>
            <a:r>
              <a:rPr lang="fr-FR" sz="2800" dirty="0"/>
              <a:t>Adrien Bayssat - Céleste Bulle - Sasha Lambert - Lenny Poncet</a:t>
            </a:r>
          </a:p>
          <a:p>
            <a:pPr algn="ctr"/>
            <a:endParaRPr lang="fr-FR" sz="2800" dirty="0"/>
          </a:p>
          <a:p>
            <a:pPr algn="ctr"/>
            <a:r>
              <a:rPr lang="fr-FR" sz="2800" dirty="0"/>
              <a:t>Tuteur: Jean-Pierre Boutin</a:t>
            </a:r>
          </a:p>
        </p:txBody>
      </p:sp>
    </p:spTree>
    <p:extLst>
      <p:ext uri="{BB962C8B-B14F-4D97-AF65-F5344CB8AC3E}">
        <p14:creationId xmlns:p14="http://schemas.microsoft.com/office/powerpoint/2010/main" val="77342174"/>
      </p:ext>
    </p:extLst>
  </p:cSld>
  <p:clrMapOvr>
    <a:masterClrMapping/>
  </p:clrMapOvr>
</p:sld>
</file>

<file path=ppt/theme/theme1.xml><?xml version="1.0" encoding="utf-8"?>
<a:theme xmlns:a="http://schemas.openxmlformats.org/drawingml/2006/main" name="DuneVTI">
  <a:themeElements>
    <a:clrScheme name="Dune Palette">
      <a:dk1>
        <a:srgbClr val="131313"/>
      </a:dk1>
      <a:lt1>
        <a:sysClr val="window" lastClr="FFFFFF"/>
      </a:lt1>
      <a:dk2>
        <a:srgbClr val="203430"/>
      </a:dk2>
      <a:lt2>
        <a:srgbClr val="F0EDE6"/>
      </a:lt2>
      <a:accent1>
        <a:srgbClr val="A57361"/>
      </a:accent1>
      <a:accent2>
        <a:srgbClr val="CD9979"/>
      </a:accent2>
      <a:accent3>
        <a:srgbClr val="4E6C67"/>
      </a:accent3>
      <a:accent4>
        <a:srgbClr val="BA958C"/>
      </a:accent4>
      <a:accent5>
        <a:srgbClr val="A08C60"/>
      </a:accent5>
      <a:accent6>
        <a:srgbClr val="956969"/>
      </a:accent6>
      <a:hlink>
        <a:srgbClr val="B0685E"/>
      </a:hlink>
      <a:folHlink>
        <a:srgbClr val="5E827E"/>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une_win32_DN_v2" id="{97A7A9A4-5677-45E2-BAC9-3A76DA18A86D}" vid="{E1353FFA-7ECE-4894-957E-EAB589AB129E}"/>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893</Words>
  <Application>Microsoft Office PowerPoint</Application>
  <PresentationFormat>Grand écran</PresentationFormat>
  <Paragraphs>118</Paragraphs>
  <Slides>16</Slides>
  <Notes>11</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16</vt:i4>
      </vt:variant>
    </vt:vector>
  </HeadingPairs>
  <TitlesOfParts>
    <vt:vector size="20" baseType="lpstr">
      <vt:lpstr>Aptos</vt:lpstr>
      <vt:lpstr>Arial</vt:lpstr>
      <vt:lpstr>Neue Haas Grotesk Text Pro</vt:lpstr>
      <vt:lpstr>DuneVTI</vt:lpstr>
      <vt:lpstr>Présentation de Trips &amp; Roads  </vt:lpstr>
      <vt:lpstr>Déroulement  de la présentation</vt:lpstr>
      <vt:lpstr>Standardisation des pratiques de développement</vt:lpstr>
      <vt:lpstr>Design pattern</vt:lpstr>
      <vt:lpstr>Application de Framework MVC</vt:lpstr>
      <vt:lpstr>Convention de nommage</vt:lpstr>
      <vt:lpstr>Documentarisation</vt:lpstr>
      <vt:lpstr>Optimisation technique</vt:lpstr>
      <vt:lpstr>Refonte du CSS</vt:lpstr>
      <vt:lpstr>Refonte des fichier JS</vt:lpstr>
      <vt:lpstr>Schématisation de l’optimisation du JS </vt:lpstr>
      <vt:lpstr>Rectification des axes d'amélioration identifiés</vt:lpstr>
      <vt:lpstr>Amélioration expérience utilisateur</vt:lpstr>
      <vt:lpstr>Démonstration technique généralisée </vt:lpstr>
      <vt:lpstr>Axes d’amélioration </vt:lpstr>
      <vt:lpstr>Merci de votre écoute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de Trips &amp; Roads : Une application collaborative pour la planification et le partage de road trips</dc:title>
  <dc:creator>Nadège BULLE</dc:creator>
  <cp:lastModifiedBy>adrien Bayssat</cp:lastModifiedBy>
  <cp:revision>20</cp:revision>
  <dcterms:created xsi:type="dcterms:W3CDTF">2026-01-08T16:48:53Z</dcterms:created>
  <dcterms:modified xsi:type="dcterms:W3CDTF">2026-04-02T08:42:32Z</dcterms:modified>
</cp:coreProperties>
</file>